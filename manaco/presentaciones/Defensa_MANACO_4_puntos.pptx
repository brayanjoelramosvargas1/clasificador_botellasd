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f5b236504d34f7a" /><Relationship Type="http://schemas.openxmlformats.org/officeDocument/2006/relationships/extended-properties" Target="/docProps/app.xml" Id="R340f55339d564625" /><Relationship Type="http://schemas.openxmlformats.org/officeDocument/2006/relationships/officeDocument" Target="/ppt/presentation.xml" Id="Rbf31a506f5244a21" /></Relationships>
</file>

<file path=ppt/presentation.xml><?xml version="1.0" encoding="utf-8"?>
<p:presentation xmlns:p="http://schemas.openxmlformats.org/presentationml/2006/main">
  <p:sldMasterIdLst>
    <p:sldMasterId xmlns:r="http://schemas.openxmlformats.org/officeDocument/2006/relationships" id="2147483648" r:id="R84435bc3438143b8"/>
  </p:sldMasterIdLst>
  <p:notesMasterIdLst>
    <p:notesMasterId xmlns:r="http://schemas.openxmlformats.org/officeDocument/2006/relationships" r:id="Ra21353a021674561"/>
  </p:notesMasterIdLst>
  <p:sldIdLst>
    <p:sldId xmlns:r="http://schemas.openxmlformats.org/officeDocument/2006/relationships" id="256" r:id="R7dca638ca8774709"/>
    <p:sldId xmlns:r="http://schemas.openxmlformats.org/officeDocument/2006/relationships" id="257" r:id="Rf086cefa97364d27"/>
    <p:sldId xmlns:r="http://schemas.openxmlformats.org/officeDocument/2006/relationships" id="258" r:id="Re337553f013e4981"/>
    <p:sldId xmlns:r="http://schemas.openxmlformats.org/officeDocument/2006/relationships" id="259" r:id="Rd2247a6c05224a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93ab0ddda242dd" /><Relationship Type="http://schemas.openxmlformats.org/officeDocument/2006/relationships/slideMaster" Target="/ppt/slideMasters/slideMaster1.xml" Id="R84435bc3438143b8" /><Relationship Type="http://schemas.openxmlformats.org/officeDocument/2006/relationships/notesMaster" Target="/ppt/notesMasters/notesMaster1.xml" Id="Ra21353a021674561" /><Relationship Type="http://schemas.openxmlformats.org/officeDocument/2006/relationships/presProps" Target="/ppt/presProps.xml" Id="R41f751c5bf7f45f9" /><Relationship Type="http://schemas.openxmlformats.org/officeDocument/2006/relationships/tableStyles" Target="/ppt/tableStyles.xml" Id="Rc0041d32c88d413b" /><Relationship Type="http://schemas.openxmlformats.org/officeDocument/2006/relationships/slide" Target="/ppt/slides/slide1.xml" Id="R7dca638ca8774709" /><Relationship Type="http://schemas.openxmlformats.org/officeDocument/2006/relationships/slide" Target="/ppt/slides/slide2.xml" Id="Rf086cefa97364d27" /><Relationship Type="http://schemas.openxmlformats.org/officeDocument/2006/relationships/slide" Target="/ppt/slides/slide3.xml" Id="Re337553f013e4981" /><Relationship Type="http://schemas.openxmlformats.org/officeDocument/2006/relationships/slide" Target="/ppt/slides/slide4.xml" Id="Rd2247a6c05224a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78316237a34f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eddfd079114d29" /><Relationship Type="http://schemas.openxmlformats.org/officeDocument/2006/relationships/notesMaster" Target="/ppt/notesMasters/notesMaster1.xml" Id="R83819f21900a4b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07a0a5d7e2471f" /><Relationship Type="http://schemas.openxmlformats.org/officeDocument/2006/relationships/notesMaster" Target="/ppt/notesMasters/notesMaster1.xml" Id="Rf97ec2d0a16b41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3b202c2a6449fe" /><Relationship Type="http://schemas.openxmlformats.org/officeDocument/2006/relationships/notesMaster" Target="/ppt/notesMasters/notesMaster1.xml" Id="R7d4532c024a545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352d2e438e44bd" /><Relationship Type="http://schemas.openxmlformats.org/officeDocument/2006/relationships/notesMaster" Target="/ppt/notesMasters/notesMaster1.xml" Id="R2ff01974170445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PASO 1: Introducción y Advertencia Metodológica (1:00 min)</a:t>
            </a:r>
          </a:p>
          <a:p xmlns:a="http://schemas.openxmlformats.org/drawingml/2006/main">
            <a:r>
              <a:t>•	Apoyo Visual (Slide 1): Portada con título del caso, nombre del estudiante y el recuadro destacado de "Aclaración Metodológica".</a:t>
            </a:r>
          </a:p>
          <a:p xmlns:a="http://schemas.openxmlformats.org/drawingml/2006/main">
            <a:r>
              <a:t>"Buenas tardes, estimado docente. En mi rol de consultor analítico, presento la propuesta estratégica para la Gerencia General de MANACO.</a:t>
            </a:r>
          </a:p>
          <a:p xmlns:a="http://schemas.openxmlformats.org/drawingml/2006/main">
            <a:r>
              <a:t>MANACO enfrenta una fuerte presión competitiva por importaciones de bajo costo, fricciones logísticas y la necesidad urgente de tomar decisiones basadas en datos. Sin embargo, antes de iniciar el análisis, es vital señalar una aclaración metodológica fundamental:</a:t>
            </a:r>
          </a:p>
          <a:p xmlns:a="http://schemas.openxmlformats.org/drawingml/2006/main">
            <a:r>
              <a:t>La base de datos externa entregada identifica a España como país reportante. Por rigurosidad profesional, no tomamos estas cifras como datos directos de Bolivia ni de MANACO, sino como un marco de referencia del comercio internacional de calzado para demostrar cómo transformar datos en decisiones de negocio."</a:t>
            </a:r>
          </a:p>
          <a:p xmlns:a="http://schemas.openxmlformats.org/drawingml/2006/main">
            <a:r>
              <a:t/>
            </a:r>
          </a:p>
          <a:p xmlns:a="http://schemas.openxmlformats.org/drawingml/2006/main">
            <a:r>
              <a:t/>
            </a:r>
          </a:p>
          <a:p xmlns:a="http://schemas.openxmlformats.org/drawingml/2006/main">
            <a:r>
              <a:t>Guion actualizado: Buenas tardes, estimado docente. Hoy voy a presentar mi propuesta para mejorar la toma de decisiones en MANACO mediante el uso de datos. El problema prioritario es conocer mejor ventas, productos, inventarios y costos para competir y evitar pérdidas. Aclaración: el archivo contiene información de España, no de Bolivia ni directamente de MANACO. Se usa como ejemplo para analizar datos y apoyar mejores decisiones.</a:t>
            </a:r>
          </a:p>
          <a:p xmlns:a="http://schemas.openxmlformats.org/drawingml/2006/main">
            <a:r>
              <a:t/>
            </a:r>
          </a:p>
          <a:p xmlns:a="http://schemas.openxmlformats.org/drawingml/2006/main">
            <a:r>
              <a:t>Fuentes: guía de defensa individual proporcionada por el usuario (C:/Users/ElCremosasWee/.codex/attachments/1cd6fa96-6392-4420-9afd-318fbfc2766d/Pasted text.txt). Datos: C:\Users\ElCremosasWee\stockvision-ia\manaco\datos_manaco_240.json. Se agregan los 240 registros tal como fueron entregados. La base externa no mide ventas ni márgenes de MANACO. Los objetivos SMART son metas propuestas.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PASO 2: Diagnóstico Analítico mediante Ciencia de Datos (2:00 min)</a:t>
            </a:r>
          </a:p>
          <a:p xmlns:a="http://schemas.openxmlformats.org/drawingml/2006/main">
            <a:r>
              <a:t>•	Apoyo Visual (Slide 2): Gráficos de Flujo Comercial (Importación vs. Exportación) y Comparación de USD/Par por Categoría.</a:t>
            </a:r>
          </a:p>
          <a:p xmlns:a="http://schemas.openxmlformats.org/drawingml/2006/main">
            <a:r>
              <a:t>"Evaluando los 240 registros entre 2020 y 2024, destacamos tres hallazgos principales:</a:t>
            </a:r>
          </a:p>
          <a:p xmlns:a="http://schemas.openxmlformats.org/drawingml/2006/main">
            <a:r>
              <a:t>1.	Desbalance Comercial: En la base, las importaciones superan a las exportaciones por $7.59 mil millones de dólares. El valor ponderado por par importado es de $24.64 frente a $26.58 exportado.*</a:t>
            </a:r>
          </a:p>
          <a:p xmlns:a="http://schemas.openxmlformats.org/drawingml/2006/main">
            <a:r>
              <a:t>2.	Valor Total vs. Valor por Par: La categoría de 'Suela de caucho/plástico y parte superior de cuero' lidera en volumen y valor total transaccionado. Sin embargo, al calcular el valor ponderado por par, la categoría de 'Suela y parte superior de cuero' es la de mayor valor unitario, alcanzando $45.22 USD por par.*</a:t>
            </a:r>
          </a:p>
          <a:p xmlns:a="http://schemas.openxmlformats.org/drawingml/2006/main">
            <a:r>
              <a:t>3.	Socios Clave: Grecia e Indonesia aparecen como los principales socios en importaciones y exportaciones dentro de los registros disponibles.*</a:t>
            </a:r>
          </a:p>
          <a:p xmlns:a="http://schemas.openxmlformats.org/drawingml/2006/main">
            <a:r>
              <a:t>•	Conclusión Gerencial: No se pueden tomar decisiones basándose solo en el volumen comercial. La estrategia de precios y el margen de MANACO deben calibrarse según el valor unitario por categoría."*</a:t>
            </a:r>
          </a:p>
          <a:p xmlns:a="http://schemas.openxmlformats.org/drawingml/2006/main">
            <a:r>
              <a:t/>
            </a:r>
          </a:p>
          <a:p xmlns:a="http://schemas.openxmlformats.org/drawingml/2006/main">
            <a:r>
              <a:t/>
            </a:r>
          </a:p>
          <a:p xmlns:a="http://schemas.openxmlformats.org/drawingml/2006/main">
            <a:r>
              <a:t>Guion actualizado: Al analizar 240 registros de 2020 a 2024, las importaciones superan a las exportaciones por aproximadamente 7.590 millones de dólares. El valor ponderado por par importado es 24,64 USD y el exportado 26,58 USD. La categoría descrita como suela y parte superior de cuero alcanza 45,22 USD por par importado. Para MANACO, la aplicación metodológica es analizar también el valor de los productos y no solamente su cantidad. Estos datos no permiten calcular el margen de la empresa. El gráfico usa los totales originales redondeados a dos decimales en miles de millones. La diferencia exacta es 7.588,74 millones, redondeada a 7.590 millones en el guion. La etiqueta de cuero procede del diccionario local y no valida por sí misma la descripción arancelaria del código.</a:t>
            </a:r>
          </a:p>
          <a:p xmlns:a="http://schemas.openxmlformats.org/drawingml/2006/main">
            <a:r>
              <a:t/>
            </a:r>
          </a:p>
          <a:p xmlns:a="http://schemas.openxmlformats.org/drawingml/2006/main">
            <a:r>
              <a:t>Fuentes: guía de defensa individual proporcionada por el usuario (C:/Users/ElCremosasWee/.codex/attachments/1cd6fa96-6392-4420-9afd-318fbfc2766d/Pasted text.txt). Datos: C:\Users\ElCremosasWee\stockvision-ia\manaco\datos_manaco_240.json. Se agregan los 240 registros tal como fueron entregados. La base externa no mide ventas ni márgenes de MANACO. Los objetivos SMART son metas propuestas.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PASO 3: Propuesta Estratégica y Solución BI (1:30 min)</a:t>
            </a:r>
          </a:p>
          <a:p xmlns:a="http://schemas.openxmlformats.org/drawingml/2006/main">
            <a:r>
              <a:t>•	Apoyo Visual (Slide 3): Arquitectura del Tablero de BI y Tabla de Objetivos SMART.</a:t>
            </a:r>
          </a:p>
          <a:p xmlns:a="http://schemas.openxmlformats.org/drawingml/2006/main">
            <a:r>
              <a:t>"Para resolver el problema prioritario de datos fragmentados e incertidumbre en inventarios, proponemos la creación de un Tablero Integrado con Pronóstico de Demanda por Producto y Región.</a:t>
            </a:r>
          </a:p>
          <a:p xmlns:a="http://schemas.openxmlformats.org/drawingml/2006/main">
            <a:r>
              <a:t>Esta solución articulará las ventas diarias, los tiempos de reposición, los costos de transporte y las devoluciones de MANACO.</a:t>
            </a:r>
          </a:p>
          <a:p xmlns:a="http://schemas.openxmlformats.org/drawingml/2006/main">
            <a:r>
              <a:t>Mediremos el éxito con tres metas SMART a tres años:</a:t>
            </a:r>
          </a:p>
          <a:p xmlns:a="http://schemas.openxmlformats.org/drawingml/2006/main">
            <a:r>
              <a:t>•	Año 1: Reducir en un 15% la tasa de quiebres de stock.*</a:t>
            </a:r>
          </a:p>
          <a:p xmlns:a="http://schemas.openxmlformats.org/drawingml/2006/main">
            <a:r>
              <a:t>•	Año 2: Reducir un 10% el costo logístico por par entregado.*</a:t>
            </a:r>
          </a:p>
          <a:p xmlns:a="http://schemas.openxmlformats.org/drawingml/2006/main">
            <a:r>
              <a:t>•	Año 3: Mejorar la precisión de la demanda reduciendo el error del pronóstico, medido con un WAPE menor al 20%.*</a:t>
            </a:r>
          </a:p>
          <a:p xmlns:a="http://schemas.openxmlformats.org/drawingml/2006/main">
            <a:r>
              <a:t>La gobernanza estará a cargo de Sistemas, Ciencia de Datos y Logística, mitigando riesgos mediante controles automáticos en el origen del dato."</a:t>
            </a:r>
          </a:p>
          <a:p xmlns:a="http://schemas.openxmlformats.org/drawingml/2006/main">
            <a:r>
              <a:t/>
            </a:r>
          </a:p>
          <a:p xmlns:a="http://schemas.openxmlformats.org/drawingml/2006/main">
            <a:r>
              <a:t/>
            </a:r>
          </a:p>
          <a:p xmlns:a="http://schemas.openxmlformats.org/drawingml/2006/main">
            <a:r>
              <a:t>Guion actualizado: Propongo crear un tablero de inteligencia de negocios para reunir ventas, productos disponibles, transporte y devoluciones. Si un modelo se vende mucho y quedan pocas unidades, el sistema ayuda a detectar el riesgo antes de agotarse. Metas: año 1, reducir 15% los quiebres de stock. Año 2, reducir 10% el costo de transporte por par entregado. Año 3, error de pronóstico WAPE menor a 20%. Son objetivos, no resultados logrados. Se debe establecer la línea base interna de MANACO. WAPE = suma de errores absolutos / suma de demanda real por 100.</a:t>
            </a:r>
          </a:p>
          <a:p xmlns:a="http://schemas.openxmlformats.org/drawingml/2006/main">
            <a:r>
              <a:t/>
            </a:r>
          </a:p>
          <a:p xmlns:a="http://schemas.openxmlformats.org/drawingml/2006/main">
            <a:r>
              <a:t>Fuentes: guía de defensa individual proporcionada por el usuario (C:/Users/ElCremosasWee/.codex/attachments/1cd6fa96-6392-4420-9afd-318fbfc2766d/Pasted text.txt). Datos: C:\Users\ElCremosasWee\stockvision-ia\manaco\datos_manaco_240.json. Se agregan los 240 registros tal como fueron entregados. La base externa no mide ventas ni márgenes de MANACO. Los objetivos SMART son metas propuestas.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PASO 4: Decisión Financiera, Recomendación y Cierre (1:30 min)</a:t>
            </a:r>
          </a:p>
          <a:p xmlns:a="http://schemas.openxmlformats.org/drawingml/2006/main">
            <a:r>
              <a:t>•	Apoyo Visual (Slide 4): Cuadro Comparativo (Alternativa A vs. Alternativa B) y Hoja de Ruta.</a:t>
            </a:r>
          </a:p>
          <a:p xmlns:a="http://schemas.openxmlformats.org/drawingml/2006/main">
            <a:r>
              <a:t>"Finalmente, evaluamos dos alternativas de inversión para la empresa:</a:t>
            </a:r>
          </a:p>
          <a:p xmlns:a="http://schemas.openxmlformats.org/drawingml/2006/main">
            <a:r>
              <a:t>•	Alternativa A: Tablero Integrado y Pronóstico de Demanda.*</a:t>
            </a:r>
          </a:p>
          <a:p xmlns:a="http://schemas.openxmlformats.org/drawingml/2006/main">
            <a:r>
              <a:t>•	Alternativa B: Campaña de Marketing Digital Segmentada.*</a:t>
            </a:r>
          </a:p>
          <a:p xmlns:a="http://schemas.openxmlformats.org/drawingml/2006/main">
            <a:r>
              <a:t>•	Nuestra recomendación ejecutiva es priorizar la Alternativa A en una primera fase.</a:t>
            </a:r>
          </a:p>
          <a:p xmlns:a="http://schemas.openxmlformats.org/drawingml/2006/main">
            <a:r>
              <a:t>•	Justificación de Negocio: Hacer marketing (Alternativa B) sin tener visibilidad del inventario ni planificación de producción genera quiebres de stock, insatisfacción del cliente y un costo de adquisición desperdiciado. Primero debemos optimizar la operación y la cadena de suministro con la Alternativa A; una vez estabilizada, lanzaremos campañas digitales de alto rendimiento.*</a:t>
            </a:r>
          </a:p>
          <a:p xmlns:a="http://schemas.openxmlformats.org/drawingml/2006/main">
            <a:r>
              <a:t>En conclusión, combinando el benchmark externo con la integración de los datos internos de MANACO, garantizamos sostenibilidad y competitividad. Muchas gracias, quedo atento a sus preguntas."</a:t>
            </a:r>
          </a:p>
          <a:p xmlns:a="http://schemas.openxmlformats.org/drawingml/2006/main">
            <a:r>
              <a:t/>
            </a:r>
          </a:p>
          <a:p xmlns:a="http://schemas.openxmlformats.org/drawingml/2006/main">
            <a:r>
              <a:t/>
            </a:r>
          </a:p>
          <a:p xmlns:a="http://schemas.openxmlformats.org/drawingml/2006/main">
            <a:r>
              <a:t>Guion actualizado: Analizamos dos alternativas: A, tablero BI y pronóstico de demanda. B, marketing digital. Recomiendo comenzar con A porque antes de vender más necesitamos saber qué productos existen y cuáles producir o reponer. Una campaña que atrae clientes sin tallas ni modelos disponibles puede generar ventas perdidas e insatisfacción. Primero mejorar inventarios y planificación. Después invertir en marketing. En conclusión, recomiendo usar datos para reducir costos y mejorar las decisiones de MANACO. Muchas gracias. Quedo atenta a sus preguntas. No se presenta un ROI porque no se han entregado importes de inversión ni costos internos para calcularlo.</a:t>
            </a:r>
          </a:p>
          <a:p xmlns:a="http://schemas.openxmlformats.org/drawingml/2006/main">
            <a:r>
              <a:t/>
            </a:r>
          </a:p>
          <a:p xmlns:a="http://schemas.openxmlformats.org/drawingml/2006/main">
            <a:r>
              <a:t>Fuentes: guía de defensa individual proporcionada por el usuario (C:/Users/ElCremosasWee/.codex/attachments/1cd6fa96-6392-4420-9afd-318fbfc2766d/Pasted text.txt). Datos: C:\Users\ElCremosasWee\stockvision-ia\manaco\datos_manaco_240.json. Se agregan los 240 registros tal como fueron entregados. La base externa no mide ventas ni márgenes de MANACO. Los objetivos SMART son metas propuestas.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1bc0b0166848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716cf1184244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9dbdde0a794dd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9656f0996b4a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4289c372344d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a6b68db52647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8545CB-5A00-401A-B7AC-67F941E322C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7B3AA19-6560-4C17-818A-E95E4CF9DA5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0C7EA8-E9A9-4630-958F-E514F2490FB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D170EE-FAD1-42E0-AB5C-42189539CE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6B4D158-D27B-40D3-A9D5-64D3FD4E88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5ECE41-AF47-48C7-944B-6FA0CFA1C2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7EB12E-34E0-45FC-AD33-3B00283E4DA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742D9B6-1F78-41D2-87C8-8C29B74520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6557BB-CB1C-4B5C-B014-BF35DCE44F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E409D3-9EF2-43BE-BC59-FC41180626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6a0f30542d4ac4" /><Relationship Type="http://schemas.openxmlformats.org/officeDocument/2006/relationships/slideLayout" Target="/ppt/slideLayouts/slideLayout1.xml" Id="Rae2baf252dc14557" /><Relationship Type="http://schemas.openxmlformats.org/officeDocument/2006/relationships/slideLayout" Target="/ppt/slideLayouts/slideLayout2.xml" Id="Rc3b69ca65d194865" /><Relationship Type="http://schemas.openxmlformats.org/officeDocument/2006/relationships/slideLayout" Target="/ppt/slideLayouts/slideLayout3.xml" Id="R69618e5b6ccf458f" /><Relationship Type="http://schemas.openxmlformats.org/officeDocument/2006/relationships/slideLayout" Target="/ppt/slideLayouts/slideLayout4.xml" Id="R5164d14a2d0e43cc" /><Relationship Type="http://schemas.openxmlformats.org/officeDocument/2006/relationships/slideLayout" Target="/ppt/slideLayouts/slideLayout5.xml" Id="Rffc72c91f2614f17" /><Relationship Type="http://schemas.openxmlformats.org/officeDocument/2006/relationships/slideLayout" Target="/ppt/slideLayouts/slideLayout6.xml" Id="Rc70b200a446548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2baf252dc14557"/>
    <p:sldLayoutId xmlns:r="http://schemas.openxmlformats.org/officeDocument/2006/relationships" id="2147483650" r:id="Rc3b69ca65d194865"/>
    <p:sldLayoutId xmlns:r="http://schemas.openxmlformats.org/officeDocument/2006/relationships" id="2147483651" r:id="R69618e5b6ccf458f"/>
    <p:sldLayoutId xmlns:r="http://schemas.openxmlformats.org/officeDocument/2006/relationships" id="2147483652" r:id="R5164d14a2d0e43cc"/>
    <p:sldLayoutId xmlns:r="http://schemas.openxmlformats.org/officeDocument/2006/relationships" id="2147483653" r:id="Rffc72c91f2614f17"/>
    <p:sldLayoutId xmlns:r="http://schemas.openxmlformats.org/officeDocument/2006/relationships" id="2147483654" r:id="Rc70b200a446548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938025aca24721" /><Relationship Type="http://schemas.openxmlformats.org/officeDocument/2006/relationships/notesSlide" Target="/ppt/notesSlides/notesSlide1.xml" Id="R7b58052a52cb46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e5073825d4c434a" /><Relationship Type="http://schemas.openxmlformats.org/officeDocument/2006/relationships/chart" Target="/ppt/slides/charts/chart1.xml" Id="Rfddd5fa35ca94c22" /><Relationship Type="http://schemas.openxmlformats.org/officeDocument/2006/relationships/chart" Target="/ppt/slides/charts/chart2.xml" Id="R85fca4480f2a4bcd" /><Relationship Type="http://schemas.openxmlformats.org/officeDocument/2006/relationships/notesSlide" Target="/ppt/notesSlides/notesSlide2.xml" Id="R7bee9b3ddd0942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0fb1c3412394346" /><Relationship Type="http://schemas.openxmlformats.org/officeDocument/2006/relationships/notesSlide" Target="/ppt/notesSlides/notesSlide3.xml" Id="R285a103a09dc41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825edd18ba24911" /><Relationship Type="http://schemas.openxmlformats.org/officeDocument/2006/relationships/notesSlide" Target="/ppt/notesSlides/notesSlide4.xml" Id="Ra2cd20bd6b034da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62626"/>
                </a:solidFill>
                <a:latin typeface="Arial"/>
                <a:ea typeface="Arial"/>
                <a:cs typeface="Arial"/>
              </a:rPr>
              <a:t>Flujo comercial (miles de millones USD)</a:t>
            </a:r>
          </a:p>
        </c:rich>
      </c:tx>
      <c:overlay val="0"/>
      <c:txPr>
        <a:bodyPr xmlns:a="http://schemas.openxmlformats.org/drawingml/2006/main" anchorCtr="1"/>
        <a:lstStyle xmlns:a="http://schemas.openxmlformats.org/drawingml/2006/main"/>
        <a:p xmlns:a="http://schemas.openxmlformats.org/drawingml/2006/main">
          <a:pPr>
            <a:defRPr sz="1725" b="1">
              <a:solidFill>
                <a:srgbClr val="262626"/>
              </a:solidFill>
              <a:latin typeface="Arial"/>
              <a:ea typeface="Arial"/>
              <a:cs typeface="Arial"/>
            </a:defRPr>
          </a:pPr>
        </a:p>
      </c:txPr>
    </c:title>
    <c:plotArea>
      <c:barChart>
        <c:barDir val="col"/>
        <c:grouping val="clustered"/>
        <c:varyColors val="0"/>
        <c:ser>
          <c:idx val="0"/>
          <c:order val="0"/>
          <c:tx>
            <c:v>Flujo comercial (miles de millones USD)</c:v>
          </c:tx>
          <c:spPr>
            <a:solidFill xmlns:a="http://schemas.openxmlformats.org/drawingml/2006/main">
              <a:srgbClr val="7D263D"/>
            </a:solidFill>
          </c:spPr>
          <c:invertIfNegative val="0"/>
          <c:dPt>
            <c:idx val="1"/>
            <c:invertIfNegative val="0"/>
            <c:spPr>
              <a:solidFill xmlns:a="http://schemas.openxmlformats.org/drawingml/2006/main">
                <a:srgbClr val="247873"/>
              </a:solidFill>
            </c:spPr>
          </c:dPt>
          <c:cat>
            <c:strRef>
              <c:f>'Chart Data'!$A$2:$A$3</c:f>
              <c:strCache>
                <c:ptCount val="2"/>
                <c:pt idx="0">
                  <c:v>Importación</c:v>
                </c:pt>
                <c:pt idx="1">
                  <c:v>Exportación</c:v>
                </c:pt>
              </c:strCache>
            </c:strRef>
          </c:cat>
          <c:val>
            <c:numRef>
              <c:f>'Chart Data'!$B$2:$B$3</c:f>
              <c:numCache>
                <c:formatCode>0.00</c:formatCode>
                <c:ptCount val="2"/>
                <c:pt idx="0">
                  <c:v>18.51</c:v>
                </c:pt>
                <c:pt idx="1">
                  <c:v>10.92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262626"/>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3C9"/>
            </a:solidFill>
          </a:ln>
        </c:spPr>
        <c:txPr>
          <a:bodyPr xmlns:a="http://schemas.openxmlformats.org/drawingml/2006/main" anchorCtr="1"/>
          <a:lstStyle xmlns:a="http://schemas.openxmlformats.org/drawingml/2006/main"/>
          <a:p xmlns:a="http://schemas.openxmlformats.org/drawingml/2006/main">
            <a:pPr>
              <a:defRPr sz="1650">
                <a:solidFill>
                  <a:srgbClr val="62615C"/>
                </a:solidFill>
                <a:latin typeface="Arial"/>
                <a:ea typeface="Arial"/>
                <a:cs typeface="Arial"/>
              </a:defRPr>
            </a:pPr>
          </a:p>
        </c:txPr>
        <c:crossAx val="48672768"/>
      </c:catAx>
      <c:valAx>
        <c:axId val="48672768"/>
        <c:scaling>
          <c:orientation val="minMax"/>
          <c:max val="22"/>
          <c:min val="0"/>
        </c:scaling>
        <c:delete val="0"/>
        <c:axPos val="l"/>
        <c:majorGridlines>
          <c:spPr>
            <a:ln xmlns:a="http://schemas.openxmlformats.org/drawingml/2006/main" w="4763">
              <a:solidFill>
                <a:srgbClr val="D8D3C9"/>
              </a:solidFill>
            </a:ln>
          </c:spPr>
        </c:majorGridlines>
        <c:numFmt formatCode="0"/>
        <c:majorTickMark val="none"/>
        <c:minorTickMark val="none"/>
        <c:spPr>
          <a:ln xmlns:a="http://schemas.openxmlformats.org/drawingml/2006/main" w="9525">
            <a:solidFill>
              <a:srgbClr val="D8D3C9"/>
            </a:solidFill>
          </a:ln>
        </c:spPr>
        <c:txPr>
          <a:bodyPr xmlns:a="http://schemas.openxmlformats.org/drawingml/2006/main" anchorCtr="1"/>
          <a:lstStyle xmlns:a="http://schemas.openxmlformats.org/drawingml/2006/main"/>
          <a:p xmlns:a="http://schemas.openxmlformats.org/drawingml/2006/main">
            <a:pPr>
              <a:defRPr sz="1650">
                <a:solidFill>
                  <a:srgbClr val="62615C"/>
                </a:solidFill>
                <a:latin typeface="Arial"/>
                <a:ea typeface="Arial"/>
                <a:cs typeface="Arial"/>
              </a:defRPr>
            </a:pPr>
          </a:p>
        </c:txPr>
        <c:crossAx val="48650112"/>
        <c:crossBetween val="between"/>
        <c:majorUnit val="5"/>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62626"/>
                </a:solidFill>
                <a:latin typeface="Arial"/>
                <a:ea typeface="Arial"/>
                <a:cs typeface="Arial"/>
              </a:rPr>
              <a:t>Valor ponderado por par (USD)</a:t>
            </a:r>
          </a:p>
        </c:rich>
      </c:tx>
      <c:overlay val="0"/>
      <c:txPr>
        <a:bodyPr xmlns:a="http://schemas.openxmlformats.org/drawingml/2006/main" anchorCtr="1"/>
        <a:lstStyle xmlns:a="http://schemas.openxmlformats.org/drawingml/2006/main"/>
        <a:p xmlns:a="http://schemas.openxmlformats.org/drawingml/2006/main">
          <a:pPr>
            <a:defRPr sz="1725" b="1">
              <a:solidFill>
                <a:srgbClr val="262626"/>
              </a:solidFill>
              <a:latin typeface="Arial"/>
              <a:ea typeface="Arial"/>
              <a:cs typeface="Arial"/>
            </a:defRPr>
          </a:pPr>
        </a:p>
      </c:txPr>
    </c:title>
    <c:plotArea>
      <c:barChart>
        <c:barDir val="col"/>
        <c:grouping val="clustered"/>
        <c:varyColors val="0"/>
        <c:ser>
          <c:idx val="0"/>
          <c:order val="0"/>
          <c:tx>
            <c:v>Valor ponderado por par (USD)</c:v>
          </c:tx>
          <c:spPr>
            <a:solidFill xmlns:a="http://schemas.openxmlformats.org/drawingml/2006/main">
              <a:srgbClr val="7D263D"/>
            </a:solidFill>
          </c:spPr>
          <c:invertIfNegative val="0"/>
          <c:dPt>
            <c:idx val="1"/>
            <c:invertIfNegative val="0"/>
            <c:spPr>
              <a:solidFill xmlns:a="http://schemas.openxmlformats.org/drawingml/2006/main">
                <a:srgbClr val="247873"/>
              </a:solidFill>
            </c:spPr>
          </c:dPt>
          <c:cat>
            <c:strRef>
              <c:f>'Chart Data'!$A$2:$A$3</c:f>
              <c:strCache>
                <c:ptCount val="2"/>
                <c:pt idx="0">
                  <c:v>Importación</c:v>
                </c:pt>
                <c:pt idx="1">
                  <c:v>Exportación</c:v>
                </c:pt>
              </c:strCache>
            </c:strRef>
          </c:cat>
          <c:val>
            <c:numRef>
              <c:f>'Chart Data'!$B$2:$B$3</c:f>
              <c:numCache>
                <c:formatCode>0.00</c:formatCode>
                <c:ptCount val="2"/>
                <c:pt idx="0">
                  <c:v>24.64</c:v>
                </c:pt>
                <c:pt idx="1">
                  <c:v>26.58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262626"/>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3C9"/>
            </a:solidFill>
          </a:ln>
        </c:spPr>
        <c:txPr>
          <a:bodyPr xmlns:a="http://schemas.openxmlformats.org/drawingml/2006/main" anchorCtr="1"/>
          <a:lstStyle xmlns:a="http://schemas.openxmlformats.org/drawingml/2006/main"/>
          <a:p xmlns:a="http://schemas.openxmlformats.org/drawingml/2006/main">
            <a:pPr>
              <a:defRPr sz="1650">
                <a:solidFill>
                  <a:srgbClr val="62615C"/>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4763">
              <a:solidFill>
                <a:srgbClr val="D8D3C9"/>
              </a:solidFill>
            </a:ln>
          </c:spPr>
        </c:majorGridlines>
        <c:numFmt formatCode="0"/>
        <c:majorTickMark val="none"/>
        <c:minorTickMark val="none"/>
        <c:spPr>
          <a:ln xmlns:a="http://schemas.openxmlformats.org/drawingml/2006/main" w="9525">
            <a:solidFill>
              <a:srgbClr val="D8D3C9"/>
            </a:solidFill>
          </a:ln>
        </c:spPr>
        <c:txPr>
          <a:bodyPr xmlns:a="http://schemas.openxmlformats.org/drawingml/2006/main" anchorCtr="1"/>
          <a:lstStyle xmlns:a="http://schemas.openxmlformats.org/drawingml/2006/main"/>
          <a:p xmlns:a="http://schemas.openxmlformats.org/drawingml/2006/main">
            <a:pPr>
              <a:defRPr sz="1650">
                <a:solidFill>
                  <a:srgbClr val="62615C"/>
                </a:solidFill>
                <a:latin typeface="Arial"/>
                <a:ea typeface="Arial"/>
                <a:cs typeface="Arial"/>
              </a:defRPr>
            </a:pPr>
          </a:p>
        </c:txPr>
        <c:crossAx val="48650112"/>
        <c:crossBetween val="between"/>
        <c:majorUnit val="1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9A9A3D-4ED2-4950-8EEC-E8F7746F4699}"/>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7D263D"/>
                </a:solidFill>
                <a:latin typeface="Arial"/>
                <a:ea typeface="Arial"/>
                <a:cs typeface="Arial"/>
              </a:defRPr>
            </a:defPPr>
            <a:lvl1pPr>
              <a:defRPr sz="3300" b="1">
                <a:solidFill>
                  <a:srgbClr val="7D263D"/>
                </a:solidFill>
                <a:latin typeface="Arial"/>
                <a:ea typeface="Arial"/>
                <a:cs typeface="Arial"/>
              </a:defRPr>
            </a:lvl1pPr>
            <a:lvl2pPr>
              <a:defRPr sz="3300" b="1">
                <a:solidFill>
                  <a:srgbClr val="7D263D"/>
                </a:solidFill>
                <a:latin typeface="Arial"/>
                <a:ea typeface="Arial"/>
                <a:cs typeface="Arial"/>
              </a:defRPr>
            </a:lvl2pPr>
            <a:lvl3pPr>
              <a:defRPr sz="3300" b="1">
                <a:solidFill>
                  <a:srgbClr val="7D263D"/>
                </a:solidFill>
                <a:latin typeface="Arial"/>
                <a:ea typeface="Arial"/>
                <a:cs typeface="Arial"/>
              </a:defRPr>
            </a:lvl3pPr>
            <a:lvl4pPr>
              <a:defRPr sz="3300" b="1">
                <a:solidFill>
                  <a:srgbClr val="7D263D"/>
                </a:solidFill>
                <a:latin typeface="Arial"/>
                <a:ea typeface="Arial"/>
                <a:cs typeface="Arial"/>
              </a:defRPr>
            </a:lvl4pPr>
            <a:lvl5pPr>
              <a:defRPr sz="3300" b="1">
                <a:solidFill>
                  <a:srgbClr val="7D263D"/>
                </a:solidFill>
                <a:latin typeface="Arial"/>
                <a:ea typeface="Arial"/>
                <a:cs typeface="Arial"/>
              </a:defRPr>
            </a:lvl5pPr>
            <a:lvl6pPr>
              <a:defRPr sz="3300" b="1">
                <a:solidFill>
                  <a:srgbClr val="7D263D"/>
                </a:solidFill>
                <a:latin typeface="Arial"/>
                <a:ea typeface="Arial"/>
                <a:cs typeface="Arial"/>
              </a:defRPr>
            </a:lvl6pPr>
            <a:lvl7pPr>
              <a:defRPr sz="3300" b="1">
                <a:solidFill>
                  <a:srgbClr val="7D263D"/>
                </a:solidFill>
                <a:latin typeface="Arial"/>
                <a:ea typeface="Arial"/>
                <a:cs typeface="Arial"/>
              </a:defRPr>
            </a:lvl7pPr>
            <a:lvl8pPr>
              <a:defRPr sz="3300" b="1">
                <a:solidFill>
                  <a:srgbClr val="7D263D"/>
                </a:solidFill>
                <a:latin typeface="Arial"/>
                <a:ea typeface="Arial"/>
                <a:cs typeface="Arial"/>
              </a:defRPr>
            </a:lvl8pPr>
            <a:lvl9pPr>
              <a:defRPr sz="3300" b="1">
                <a:solidFill>
                  <a:srgbClr val="7D263D"/>
                </a:solidFill>
                <a:latin typeface="Arial"/>
                <a:ea typeface="Arial"/>
                <a:cs typeface="Arial"/>
              </a:defRPr>
            </a:lvl9pPr>
          </a:lstStyle>
          <a:p xmlns:a="http://schemas.openxmlformats.org/drawingml/2006/main">
            <a:pPr>
              <a:defRPr sz="3300" b="1">
                <a:solidFill>
                  <a:srgbClr val="7D263D"/>
                </a:solidFill>
                <a:latin typeface="Arial"/>
                <a:ea typeface="Arial"/>
                <a:cs typeface="Arial"/>
              </a:defRPr>
            </a:pPr>
            <a:r>
              <a:rPr sz="3300" b="1">
                <a:solidFill>
                  <a:srgbClr val="7D263D"/>
                </a:solidFill>
                <a:latin typeface="Arial"/>
                <a:ea typeface="Arial"/>
                <a:cs typeface="Arial"/>
              </a:rPr>
              <a:t>1. Introducción y contexto</a:t>
            </a:r>
          </a:p>
        </p:txBody>
      </p:sp>
      <p:sp>
        <p:nvSpPr>
          <p:cNvPr id="2" name="">
            <a:extLst xmlns:a="http://schemas.openxmlformats.org/drawingml/2006/main">
              <a:ext uri="{FF2B5EF4-FFF2-40B4-BE49-F238E27FC236}">
                <a16:creationId xmlns:a16="http://schemas.microsoft.com/office/drawing/2014/main" id="{D0BF6BA8-C5D2-4D92-971B-AFBB1FE63E27}"/>
              </a:ext>
            </a:extLst>
          </p:cNvPr>
          <p:cNvSpPr>
            <a:spLocks xmlns:a="http://schemas.openxmlformats.org/drawingml/2006/main" noGrp="1"/>
          </p:cNvSpPr>
          <p:nvPr/>
        </p:nvSpPr>
        <p:spPr>
          <a:xfrm xmlns:a="http://schemas.openxmlformats.org/drawingml/2006/main">
            <a:off x="571500" y="10953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615C"/>
                </a:solidFill>
                <a:latin typeface="Arial"/>
                <a:ea typeface="Arial"/>
                <a:cs typeface="Arial"/>
              </a:defRPr>
            </a:defPPr>
            <a:lvl1pPr>
              <a:defRPr sz="1725" b="0">
                <a:solidFill>
                  <a:srgbClr val="62615C"/>
                </a:solidFill>
                <a:latin typeface="Arial"/>
                <a:ea typeface="Arial"/>
                <a:cs typeface="Arial"/>
              </a:defRPr>
            </a:lvl1pPr>
            <a:lvl2pPr>
              <a:defRPr sz="1725" b="0">
                <a:solidFill>
                  <a:srgbClr val="62615C"/>
                </a:solidFill>
                <a:latin typeface="Arial"/>
                <a:ea typeface="Arial"/>
                <a:cs typeface="Arial"/>
              </a:defRPr>
            </a:lvl2pPr>
            <a:lvl3pPr>
              <a:defRPr sz="1725" b="0">
                <a:solidFill>
                  <a:srgbClr val="62615C"/>
                </a:solidFill>
                <a:latin typeface="Arial"/>
                <a:ea typeface="Arial"/>
                <a:cs typeface="Arial"/>
              </a:defRPr>
            </a:lvl3pPr>
            <a:lvl4pPr>
              <a:defRPr sz="1725" b="0">
                <a:solidFill>
                  <a:srgbClr val="62615C"/>
                </a:solidFill>
                <a:latin typeface="Arial"/>
                <a:ea typeface="Arial"/>
                <a:cs typeface="Arial"/>
              </a:defRPr>
            </a:lvl4pPr>
            <a:lvl5pPr>
              <a:defRPr sz="1725" b="0">
                <a:solidFill>
                  <a:srgbClr val="62615C"/>
                </a:solidFill>
                <a:latin typeface="Arial"/>
                <a:ea typeface="Arial"/>
                <a:cs typeface="Arial"/>
              </a:defRPr>
            </a:lvl5pPr>
            <a:lvl6pPr>
              <a:defRPr sz="1725" b="0">
                <a:solidFill>
                  <a:srgbClr val="62615C"/>
                </a:solidFill>
                <a:latin typeface="Arial"/>
                <a:ea typeface="Arial"/>
                <a:cs typeface="Arial"/>
              </a:defRPr>
            </a:lvl6pPr>
            <a:lvl7pPr>
              <a:defRPr sz="1725" b="0">
                <a:solidFill>
                  <a:srgbClr val="62615C"/>
                </a:solidFill>
                <a:latin typeface="Arial"/>
                <a:ea typeface="Arial"/>
                <a:cs typeface="Arial"/>
              </a:defRPr>
            </a:lvl7pPr>
            <a:lvl8pPr>
              <a:defRPr sz="1725" b="0">
                <a:solidFill>
                  <a:srgbClr val="62615C"/>
                </a:solidFill>
                <a:latin typeface="Arial"/>
                <a:ea typeface="Arial"/>
                <a:cs typeface="Arial"/>
              </a:defRPr>
            </a:lvl8pPr>
            <a:lvl9pPr>
              <a:defRPr sz="1725" b="0">
                <a:solidFill>
                  <a:srgbClr val="62615C"/>
                </a:solidFill>
                <a:latin typeface="Arial"/>
                <a:ea typeface="Arial"/>
                <a:cs typeface="Arial"/>
              </a:defRPr>
            </a:lvl9pPr>
          </a:lstStyle>
          <a:p xmlns:a="http://schemas.openxmlformats.org/drawingml/2006/main">
            <a:pPr>
              <a:defRPr sz="1725" b="0">
                <a:solidFill>
                  <a:srgbClr val="62615C"/>
                </a:solidFill>
                <a:latin typeface="Arial"/>
                <a:ea typeface="Arial"/>
                <a:cs typeface="Arial"/>
              </a:defRPr>
            </a:pPr>
            <a:r>
              <a:rPr sz="1725" b="0">
                <a:solidFill>
                  <a:srgbClr val="62615C"/>
                </a:solidFill>
                <a:latin typeface="Arial"/>
                <a:ea typeface="Arial"/>
                <a:cs typeface="Arial"/>
              </a:rPr>
              <a:t>MANACO</a:t>
            </a:r>
          </a:p>
        </p:txBody>
      </p:sp>
      <p:sp>
        <p:nvSpPr>
          <p:cNvPr id="3" name="">
            <a:extLst xmlns:a="http://schemas.openxmlformats.org/drawingml/2006/main">
              <a:ext uri="{FF2B5EF4-FFF2-40B4-BE49-F238E27FC236}">
                <a16:creationId xmlns:a16="http://schemas.microsoft.com/office/drawing/2014/main" id="{D8438EB1-2F06-4C14-9A4D-B6653031317E}"/>
              </a:ext>
            </a:extLst>
          </p:cNvPr>
          <p:cNvSpPr>
            <a:spLocks xmlns:a="http://schemas.openxmlformats.org/drawingml/2006/main" noGrp="1"/>
          </p:cNvSpPr>
          <p:nvPr/>
        </p:nvSpPr>
        <p:spPr>
          <a:xfrm xmlns:a="http://schemas.openxmlformats.org/drawingml/2006/main">
            <a:off x="571500" y="64674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15C"/>
                </a:solidFill>
                <a:latin typeface="Arial"/>
                <a:ea typeface="Arial"/>
                <a:cs typeface="Arial"/>
              </a:defRPr>
            </a:defPPr>
            <a:lvl1pPr>
              <a:defRPr sz="1125" b="0">
                <a:solidFill>
                  <a:srgbClr val="62615C"/>
                </a:solidFill>
                <a:latin typeface="Arial"/>
                <a:ea typeface="Arial"/>
                <a:cs typeface="Arial"/>
              </a:defRPr>
            </a:lvl1pPr>
            <a:lvl2pPr>
              <a:defRPr sz="1125" b="0">
                <a:solidFill>
                  <a:srgbClr val="62615C"/>
                </a:solidFill>
                <a:latin typeface="Arial"/>
                <a:ea typeface="Arial"/>
                <a:cs typeface="Arial"/>
              </a:defRPr>
            </a:lvl2pPr>
            <a:lvl3pPr>
              <a:defRPr sz="1125" b="0">
                <a:solidFill>
                  <a:srgbClr val="62615C"/>
                </a:solidFill>
                <a:latin typeface="Arial"/>
                <a:ea typeface="Arial"/>
                <a:cs typeface="Arial"/>
              </a:defRPr>
            </a:lvl3pPr>
            <a:lvl4pPr>
              <a:defRPr sz="1125" b="0">
                <a:solidFill>
                  <a:srgbClr val="62615C"/>
                </a:solidFill>
                <a:latin typeface="Arial"/>
                <a:ea typeface="Arial"/>
                <a:cs typeface="Arial"/>
              </a:defRPr>
            </a:lvl4pPr>
            <a:lvl5pPr>
              <a:defRPr sz="1125" b="0">
                <a:solidFill>
                  <a:srgbClr val="62615C"/>
                </a:solidFill>
                <a:latin typeface="Arial"/>
                <a:ea typeface="Arial"/>
                <a:cs typeface="Arial"/>
              </a:defRPr>
            </a:lvl5pPr>
            <a:lvl6pPr>
              <a:defRPr sz="1125" b="0">
                <a:solidFill>
                  <a:srgbClr val="62615C"/>
                </a:solidFill>
                <a:latin typeface="Arial"/>
                <a:ea typeface="Arial"/>
                <a:cs typeface="Arial"/>
              </a:defRPr>
            </a:lvl6pPr>
            <a:lvl7pPr>
              <a:defRPr sz="1125" b="0">
                <a:solidFill>
                  <a:srgbClr val="62615C"/>
                </a:solidFill>
                <a:latin typeface="Arial"/>
                <a:ea typeface="Arial"/>
                <a:cs typeface="Arial"/>
              </a:defRPr>
            </a:lvl7pPr>
            <a:lvl8pPr>
              <a:defRPr sz="1125" b="0">
                <a:solidFill>
                  <a:srgbClr val="62615C"/>
                </a:solidFill>
                <a:latin typeface="Arial"/>
                <a:ea typeface="Arial"/>
                <a:cs typeface="Arial"/>
              </a:defRPr>
            </a:lvl8pPr>
            <a:lvl9pPr>
              <a:defRPr sz="1125" b="0">
                <a:solidFill>
                  <a:srgbClr val="62615C"/>
                </a:solidFill>
                <a:latin typeface="Arial"/>
                <a:ea typeface="Arial"/>
                <a:cs typeface="Arial"/>
              </a:defRPr>
            </a:lvl9pPr>
          </a:lstStyle>
          <a:p xmlns:a="http://schemas.openxmlformats.org/drawingml/2006/main">
            <a:pPr>
              <a:defRPr sz="1125" b="0">
                <a:solidFill>
                  <a:srgbClr val="62615C"/>
                </a:solidFill>
                <a:latin typeface="Arial"/>
                <a:ea typeface="Arial"/>
                <a:cs typeface="Arial"/>
              </a:defRPr>
            </a:pPr>
            <a:r>
              <a:rPr sz="1125" b="0">
                <a:solidFill>
                  <a:srgbClr val="62615C"/>
                </a:solidFill>
                <a:latin typeface="Arial"/>
                <a:ea typeface="Arial"/>
                <a:cs typeface="Arial"/>
              </a:rPr>
              <a:t>MANACO   /   Defensa ejecutiva individual</a:t>
            </a:r>
          </a:p>
        </p:txBody>
      </p:sp>
      <p:sp>
        <p:nvSpPr>
          <p:cNvPr id="4" name="">
            <a:extLst xmlns:a="http://schemas.openxmlformats.org/drawingml/2006/main">
              <a:ext uri="{FF2B5EF4-FFF2-40B4-BE49-F238E27FC236}">
                <a16:creationId xmlns:a16="http://schemas.microsoft.com/office/drawing/2014/main" id="{93287800-A58D-4DBC-B74F-94391DAAE028}"/>
              </a:ext>
            </a:extLst>
          </p:cNvPr>
          <p:cNvSpPr>
            <a:spLocks xmlns:a="http://schemas.openxmlformats.org/drawingml/2006/main" noGrp="1"/>
          </p:cNvSpPr>
          <p:nvPr/>
        </p:nvSpPr>
        <p:spPr>
          <a:xfrm xmlns:a="http://schemas.openxmlformats.org/drawingml/2006/main">
            <a:off x="11144250" y="64674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15C"/>
                </a:solidFill>
                <a:latin typeface="Arial"/>
                <a:ea typeface="Arial"/>
                <a:cs typeface="Arial"/>
              </a:defRPr>
            </a:defPPr>
            <a:lvl1pPr>
              <a:defRPr sz="1125" b="0">
                <a:solidFill>
                  <a:srgbClr val="62615C"/>
                </a:solidFill>
                <a:latin typeface="Arial"/>
                <a:ea typeface="Arial"/>
                <a:cs typeface="Arial"/>
              </a:defRPr>
            </a:lvl1pPr>
            <a:lvl2pPr>
              <a:defRPr sz="1125" b="0">
                <a:solidFill>
                  <a:srgbClr val="62615C"/>
                </a:solidFill>
                <a:latin typeface="Arial"/>
                <a:ea typeface="Arial"/>
                <a:cs typeface="Arial"/>
              </a:defRPr>
            </a:lvl2pPr>
            <a:lvl3pPr>
              <a:defRPr sz="1125" b="0">
                <a:solidFill>
                  <a:srgbClr val="62615C"/>
                </a:solidFill>
                <a:latin typeface="Arial"/>
                <a:ea typeface="Arial"/>
                <a:cs typeface="Arial"/>
              </a:defRPr>
            </a:lvl3pPr>
            <a:lvl4pPr>
              <a:defRPr sz="1125" b="0">
                <a:solidFill>
                  <a:srgbClr val="62615C"/>
                </a:solidFill>
                <a:latin typeface="Arial"/>
                <a:ea typeface="Arial"/>
                <a:cs typeface="Arial"/>
              </a:defRPr>
            </a:lvl4pPr>
            <a:lvl5pPr>
              <a:defRPr sz="1125" b="0">
                <a:solidFill>
                  <a:srgbClr val="62615C"/>
                </a:solidFill>
                <a:latin typeface="Arial"/>
                <a:ea typeface="Arial"/>
                <a:cs typeface="Arial"/>
              </a:defRPr>
            </a:lvl5pPr>
            <a:lvl6pPr>
              <a:defRPr sz="1125" b="0">
                <a:solidFill>
                  <a:srgbClr val="62615C"/>
                </a:solidFill>
                <a:latin typeface="Arial"/>
                <a:ea typeface="Arial"/>
                <a:cs typeface="Arial"/>
              </a:defRPr>
            </a:lvl6pPr>
            <a:lvl7pPr>
              <a:defRPr sz="1125" b="0">
                <a:solidFill>
                  <a:srgbClr val="62615C"/>
                </a:solidFill>
                <a:latin typeface="Arial"/>
                <a:ea typeface="Arial"/>
                <a:cs typeface="Arial"/>
              </a:defRPr>
            </a:lvl7pPr>
            <a:lvl8pPr>
              <a:defRPr sz="1125" b="0">
                <a:solidFill>
                  <a:srgbClr val="62615C"/>
                </a:solidFill>
                <a:latin typeface="Arial"/>
                <a:ea typeface="Arial"/>
                <a:cs typeface="Arial"/>
              </a:defRPr>
            </a:lvl8pPr>
            <a:lvl9pPr>
              <a:defRPr sz="1125" b="0">
                <a:solidFill>
                  <a:srgbClr val="62615C"/>
                </a:solidFill>
                <a:latin typeface="Arial"/>
                <a:ea typeface="Arial"/>
                <a:cs typeface="Arial"/>
              </a:defRPr>
            </a:lvl9pPr>
          </a:lstStyle>
          <a:p xmlns:a="http://schemas.openxmlformats.org/drawingml/2006/main">
            <a:pPr>
              <a:defRPr sz="1125" b="0">
                <a:solidFill>
                  <a:srgbClr val="62615C"/>
                </a:solidFill>
                <a:latin typeface="Arial"/>
                <a:ea typeface="Arial"/>
                <a:cs typeface="Arial"/>
              </a:defRPr>
            </a:pPr>
            <a:r>
              <a:rPr sz="1125" b="0">
                <a:solidFill>
                  <a:srgbClr val="62615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5852C87-854A-4872-881E-C3D9A3D18317}"/>
              </a:ext>
            </a:extLst>
          </p:cNvPr>
          <p:cNvSpPr>
            <a:spLocks xmlns:a="http://schemas.openxmlformats.org/drawingml/2006/main" noGrp="1"/>
          </p:cNvSpPr>
          <p:nvPr/>
        </p:nvSpPr>
        <p:spPr>
          <a:xfrm xmlns:a="http://schemas.openxmlformats.org/drawingml/2006/main">
            <a:off x="571500" y="190500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262626"/>
                </a:solidFill>
                <a:latin typeface="Arial"/>
                <a:ea typeface="Arial"/>
                <a:cs typeface="Arial"/>
              </a:defRPr>
            </a:defPPr>
            <a:lvl1pPr>
              <a:defRPr sz="4350" b="1">
                <a:solidFill>
                  <a:srgbClr val="262626"/>
                </a:solidFill>
                <a:latin typeface="Arial"/>
                <a:ea typeface="Arial"/>
                <a:cs typeface="Arial"/>
              </a:defRPr>
            </a:lvl1pPr>
            <a:lvl2pPr>
              <a:defRPr sz="4350" b="1">
                <a:solidFill>
                  <a:srgbClr val="262626"/>
                </a:solidFill>
                <a:latin typeface="Arial"/>
                <a:ea typeface="Arial"/>
                <a:cs typeface="Arial"/>
              </a:defRPr>
            </a:lvl2pPr>
            <a:lvl3pPr>
              <a:defRPr sz="4350" b="1">
                <a:solidFill>
                  <a:srgbClr val="262626"/>
                </a:solidFill>
                <a:latin typeface="Arial"/>
                <a:ea typeface="Arial"/>
                <a:cs typeface="Arial"/>
              </a:defRPr>
            </a:lvl3pPr>
            <a:lvl4pPr>
              <a:defRPr sz="4350" b="1">
                <a:solidFill>
                  <a:srgbClr val="262626"/>
                </a:solidFill>
                <a:latin typeface="Arial"/>
                <a:ea typeface="Arial"/>
                <a:cs typeface="Arial"/>
              </a:defRPr>
            </a:lvl4pPr>
            <a:lvl5pPr>
              <a:defRPr sz="4350" b="1">
                <a:solidFill>
                  <a:srgbClr val="262626"/>
                </a:solidFill>
                <a:latin typeface="Arial"/>
                <a:ea typeface="Arial"/>
                <a:cs typeface="Arial"/>
              </a:defRPr>
            </a:lvl5pPr>
            <a:lvl6pPr>
              <a:defRPr sz="4350" b="1">
                <a:solidFill>
                  <a:srgbClr val="262626"/>
                </a:solidFill>
                <a:latin typeface="Arial"/>
                <a:ea typeface="Arial"/>
                <a:cs typeface="Arial"/>
              </a:defRPr>
            </a:lvl6pPr>
            <a:lvl7pPr>
              <a:defRPr sz="4350" b="1">
                <a:solidFill>
                  <a:srgbClr val="262626"/>
                </a:solidFill>
                <a:latin typeface="Arial"/>
                <a:ea typeface="Arial"/>
                <a:cs typeface="Arial"/>
              </a:defRPr>
            </a:lvl7pPr>
            <a:lvl8pPr>
              <a:defRPr sz="4350" b="1">
                <a:solidFill>
                  <a:srgbClr val="262626"/>
                </a:solidFill>
                <a:latin typeface="Arial"/>
                <a:ea typeface="Arial"/>
                <a:cs typeface="Arial"/>
              </a:defRPr>
            </a:lvl8pPr>
            <a:lvl9pPr>
              <a:defRPr sz="4350" b="1">
                <a:solidFill>
                  <a:srgbClr val="262626"/>
                </a:solidFill>
                <a:latin typeface="Arial"/>
                <a:ea typeface="Arial"/>
                <a:cs typeface="Arial"/>
              </a:defRPr>
            </a:lvl9pPr>
          </a:lstStyle>
          <a:p xmlns:a="http://schemas.openxmlformats.org/drawingml/2006/main">
            <a:pPr>
              <a:defRPr sz="4350" b="1">
                <a:solidFill>
                  <a:srgbClr val="262626"/>
                </a:solidFill>
                <a:latin typeface="Arial"/>
                <a:ea typeface="Arial"/>
                <a:cs typeface="Arial"/>
              </a:defRPr>
            </a:pPr>
            <a:r>
              <a:rPr sz="4350" b="1">
                <a:solidFill>
                  <a:srgbClr val="262626"/>
                </a:solidFill>
                <a:latin typeface="Arial"/>
                <a:ea typeface="Arial"/>
                <a:cs typeface="Arial"/>
              </a:rPr>
              <a:t>Mejores decisiones sobre</a:t>
            </a:r>
          </a:p>
          <a:p xmlns:a="http://schemas.openxmlformats.org/drawingml/2006/main">
            <a:pPr>
              <a:defRPr sz="4350" b="1">
                <a:solidFill>
                  <a:srgbClr val="262626"/>
                </a:solidFill>
                <a:latin typeface="Arial"/>
                <a:ea typeface="Arial"/>
                <a:cs typeface="Arial"/>
              </a:defRPr>
            </a:pPr>
            <a:r>
              <a:rPr sz="4350" b="1">
                <a:solidFill>
                  <a:srgbClr val="262626"/>
                </a:solidFill>
                <a:latin typeface="Arial"/>
                <a:ea typeface="Arial"/>
                <a:cs typeface="Arial"/>
              </a:rPr>
              <a:t>ventas e inventario</a:t>
            </a:r>
          </a:p>
        </p:txBody>
      </p:sp>
      <p:sp>
        <p:nvSpPr>
          <p:cNvPr id="6" name="">
            <a:extLst xmlns:a="http://schemas.openxmlformats.org/drawingml/2006/main">
              <a:ext uri="{FF2B5EF4-FFF2-40B4-BE49-F238E27FC236}">
                <a16:creationId xmlns:a16="http://schemas.microsoft.com/office/drawing/2014/main" id="{545569A4-0220-4571-A896-12388D204BCB}"/>
              </a:ext>
            </a:extLst>
          </p:cNvPr>
          <p:cNvSpPr>
            <a:spLocks xmlns:a="http://schemas.openxmlformats.org/drawingml/2006/main" noGrp="1"/>
          </p:cNvSpPr>
          <p:nvPr/>
        </p:nvSpPr>
        <p:spPr>
          <a:xfrm xmlns:a="http://schemas.openxmlformats.org/drawingml/2006/main">
            <a:off x="571500" y="3857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62626"/>
                </a:solidFill>
                <a:latin typeface="Arial"/>
                <a:ea typeface="Arial"/>
                <a:cs typeface="Arial"/>
              </a:defRPr>
            </a:defPPr>
            <a:lvl1pPr>
              <a:defRPr sz="2400" b="0">
                <a:solidFill>
                  <a:srgbClr val="262626"/>
                </a:solidFill>
                <a:latin typeface="Arial"/>
                <a:ea typeface="Arial"/>
                <a:cs typeface="Arial"/>
              </a:defRPr>
            </a:lvl1pPr>
            <a:lvl2pPr>
              <a:defRPr sz="2400" b="0">
                <a:solidFill>
                  <a:srgbClr val="262626"/>
                </a:solidFill>
                <a:latin typeface="Arial"/>
                <a:ea typeface="Arial"/>
                <a:cs typeface="Arial"/>
              </a:defRPr>
            </a:lvl2pPr>
            <a:lvl3pPr>
              <a:defRPr sz="2400" b="0">
                <a:solidFill>
                  <a:srgbClr val="262626"/>
                </a:solidFill>
                <a:latin typeface="Arial"/>
                <a:ea typeface="Arial"/>
                <a:cs typeface="Arial"/>
              </a:defRPr>
            </a:lvl3pPr>
            <a:lvl4pPr>
              <a:defRPr sz="2400" b="0">
                <a:solidFill>
                  <a:srgbClr val="262626"/>
                </a:solidFill>
                <a:latin typeface="Arial"/>
                <a:ea typeface="Arial"/>
                <a:cs typeface="Arial"/>
              </a:defRPr>
            </a:lvl4pPr>
            <a:lvl5pPr>
              <a:defRPr sz="2400" b="0">
                <a:solidFill>
                  <a:srgbClr val="262626"/>
                </a:solidFill>
                <a:latin typeface="Arial"/>
                <a:ea typeface="Arial"/>
                <a:cs typeface="Arial"/>
              </a:defRPr>
            </a:lvl5pPr>
            <a:lvl6pPr>
              <a:defRPr sz="2400" b="0">
                <a:solidFill>
                  <a:srgbClr val="262626"/>
                </a:solidFill>
                <a:latin typeface="Arial"/>
                <a:ea typeface="Arial"/>
                <a:cs typeface="Arial"/>
              </a:defRPr>
            </a:lvl6pPr>
            <a:lvl7pPr>
              <a:defRPr sz="2400" b="0">
                <a:solidFill>
                  <a:srgbClr val="262626"/>
                </a:solidFill>
                <a:latin typeface="Arial"/>
                <a:ea typeface="Arial"/>
                <a:cs typeface="Arial"/>
              </a:defRPr>
            </a:lvl7pPr>
            <a:lvl8pPr>
              <a:defRPr sz="2400" b="0">
                <a:solidFill>
                  <a:srgbClr val="262626"/>
                </a:solidFill>
                <a:latin typeface="Arial"/>
                <a:ea typeface="Arial"/>
                <a:cs typeface="Arial"/>
              </a:defRPr>
            </a:lvl8pPr>
            <a:lvl9pPr>
              <a:defRPr sz="2400" b="0">
                <a:solidFill>
                  <a:srgbClr val="262626"/>
                </a:solidFill>
                <a:latin typeface="Arial"/>
                <a:ea typeface="Arial"/>
                <a:cs typeface="Arial"/>
              </a:defRPr>
            </a:lvl9pPr>
          </a:lstStyle>
          <a:p xmlns:a="http://schemas.openxmlformats.org/drawingml/2006/main">
            <a:pPr>
              <a:defRPr sz="2400" b="0">
                <a:solidFill>
                  <a:srgbClr val="262626"/>
                </a:solidFill>
                <a:latin typeface="Arial"/>
                <a:ea typeface="Arial"/>
                <a:cs typeface="Arial"/>
              </a:defRPr>
            </a:pPr>
            <a:r>
              <a:rPr sz="2400" b="0">
                <a:solidFill>
                  <a:srgbClr val="262626"/>
                </a:solidFill>
                <a:latin typeface="Arial"/>
                <a:ea typeface="Arial"/>
                <a:cs typeface="Arial"/>
              </a:rPr>
              <a:t>Evitar faltantes, sobrestock y costos innecesarios.</a:t>
            </a:r>
          </a:p>
        </p:txBody>
      </p:sp>
      <p:sp>
        <p:nvSpPr>
          <p:cNvPr id="7" name="">
            <a:extLst xmlns:a="http://schemas.openxmlformats.org/drawingml/2006/main">
              <a:ext uri="{FF2B5EF4-FFF2-40B4-BE49-F238E27FC236}">
                <a16:creationId xmlns:a16="http://schemas.microsoft.com/office/drawing/2014/main" id="{1C8E2BF8-BCD2-402E-A21A-ECF74C46395C}"/>
              </a:ext>
            </a:extLst>
          </p:cNvPr>
          <p:cNvSpPr>
            <a:spLocks xmlns:a="http://schemas.openxmlformats.org/drawingml/2006/main" noGrp="1"/>
          </p:cNvSpPr>
          <p:nvPr/>
        </p:nvSpPr>
        <p:spPr>
          <a:xfrm xmlns:a="http://schemas.openxmlformats.org/drawingml/2006/main">
            <a:off x="571500" y="50958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7D263D"/>
                </a:solidFill>
                <a:latin typeface="Arial"/>
                <a:ea typeface="Arial"/>
                <a:cs typeface="Arial"/>
              </a:defRPr>
            </a:defPPr>
            <a:lvl1pPr>
              <a:defRPr sz="1575" b="1">
                <a:solidFill>
                  <a:srgbClr val="7D263D"/>
                </a:solidFill>
                <a:latin typeface="Arial"/>
                <a:ea typeface="Arial"/>
                <a:cs typeface="Arial"/>
              </a:defRPr>
            </a:lvl1pPr>
            <a:lvl2pPr>
              <a:defRPr sz="1575" b="1">
                <a:solidFill>
                  <a:srgbClr val="7D263D"/>
                </a:solidFill>
                <a:latin typeface="Arial"/>
                <a:ea typeface="Arial"/>
                <a:cs typeface="Arial"/>
              </a:defRPr>
            </a:lvl2pPr>
            <a:lvl3pPr>
              <a:defRPr sz="1575" b="1">
                <a:solidFill>
                  <a:srgbClr val="7D263D"/>
                </a:solidFill>
                <a:latin typeface="Arial"/>
                <a:ea typeface="Arial"/>
                <a:cs typeface="Arial"/>
              </a:defRPr>
            </a:lvl3pPr>
            <a:lvl4pPr>
              <a:defRPr sz="1575" b="1">
                <a:solidFill>
                  <a:srgbClr val="7D263D"/>
                </a:solidFill>
                <a:latin typeface="Arial"/>
                <a:ea typeface="Arial"/>
                <a:cs typeface="Arial"/>
              </a:defRPr>
            </a:lvl4pPr>
            <a:lvl5pPr>
              <a:defRPr sz="1575" b="1">
                <a:solidFill>
                  <a:srgbClr val="7D263D"/>
                </a:solidFill>
                <a:latin typeface="Arial"/>
                <a:ea typeface="Arial"/>
                <a:cs typeface="Arial"/>
              </a:defRPr>
            </a:lvl5pPr>
            <a:lvl6pPr>
              <a:defRPr sz="1575" b="1">
                <a:solidFill>
                  <a:srgbClr val="7D263D"/>
                </a:solidFill>
                <a:latin typeface="Arial"/>
                <a:ea typeface="Arial"/>
                <a:cs typeface="Arial"/>
              </a:defRPr>
            </a:lvl6pPr>
            <a:lvl7pPr>
              <a:defRPr sz="1575" b="1">
                <a:solidFill>
                  <a:srgbClr val="7D263D"/>
                </a:solidFill>
                <a:latin typeface="Arial"/>
                <a:ea typeface="Arial"/>
                <a:cs typeface="Arial"/>
              </a:defRPr>
            </a:lvl7pPr>
            <a:lvl8pPr>
              <a:defRPr sz="1575" b="1">
                <a:solidFill>
                  <a:srgbClr val="7D263D"/>
                </a:solidFill>
                <a:latin typeface="Arial"/>
                <a:ea typeface="Arial"/>
                <a:cs typeface="Arial"/>
              </a:defRPr>
            </a:lvl8pPr>
            <a:lvl9pPr>
              <a:defRPr sz="1575" b="1">
                <a:solidFill>
                  <a:srgbClr val="7D263D"/>
                </a:solidFill>
                <a:latin typeface="Arial"/>
                <a:ea typeface="Arial"/>
                <a:cs typeface="Arial"/>
              </a:defRPr>
            </a:lvl9pPr>
          </a:lstStyle>
          <a:p xmlns:a="http://schemas.openxmlformats.org/drawingml/2006/main">
            <a:pPr>
              <a:defRPr sz="1575" b="1">
                <a:solidFill>
                  <a:srgbClr val="7D263D"/>
                </a:solidFill>
                <a:latin typeface="Arial"/>
                <a:ea typeface="Arial"/>
                <a:cs typeface="Arial"/>
              </a:defRPr>
            </a:pPr>
            <a:r>
              <a:rPr sz="1575" b="1">
                <a:solidFill>
                  <a:srgbClr val="7D263D"/>
                </a:solidFill>
                <a:latin typeface="Arial"/>
                <a:ea typeface="Arial"/>
                <a:cs typeface="Arial"/>
              </a:rPr>
              <a:t>ALCANCE DE LOS DATOS</a:t>
            </a:r>
          </a:p>
        </p:txBody>
      </p:sp>
      <p:sp>
        <p:nvSpPr>
          <p:cNvPr id="8" name="">
            <a:extLst xmlns:a="http://schemas.openxmlformats.org/drawingml/2006/main">
              <a:ext uri="{FF2B5EF4-FFF2-40B4-BE49-F238E27FC236}">
                <a16:creationId xmlns:a16="http://schemas.microsoft.com/office/drawing/2014/main" id="{360C7ADE-241C-46E5-96A2-B5A3B09DA404}"/>
              </a:ext>
            </a:extLst>
          </p:cNvPr>
          <p:cNvSpPr>
            <a:spLocks xmlns:a="http://schemas.openxmlformats.org/drawingml/2006/main" noGrp="1"/>
          </p:cNvSpPr>
          <p:nvPr/>
        </p:nvSpPr>
        <p:spPr>
          <a:xfrm xmlns:a="http://schemas.openxmlformats.org/drawingml/2006/main">
            <a:off x="571500" y="55435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2615C"/>
                </a:solidFill>
                <a:latin typeface="Arial"/>
                <a:ea typeface="Arial"/>
                <a:cs typeface="Arial"/>
              </a:defRPr>
            </a:defPPr>
            <a:lvl1pPr>
              <a:defRPr sz="1950" b="0">
                <a:solidFill>
                  <a:srgbClr val="62615C"/>
                </a:solidFill>
                <a:latin typeface="Arial"/>
                <a:ea typeface="Arial"/>
                <a:cs typeface="Arial"/>
              </a:defRPr>
            </a:lvl1pPr>
            <a:lvl2pPr>
              <a:defRPr sz="1950" b="0">
                <a:solidFill>
                  <a:srgbClr val="62615C"/>
                </a:solidFill>
                <a:latin typeface="Arial"/>
                <a:ea typeface="Arial"/>
                <a:cs typeface="Arial"/>
              </a:defRPr>
            </a:lvl2pPr>
            <a:lvl3pPr>
              <a:defRPr sz="1950" b="0">
                <a:solidFill>
                  <a:srgbClr val="62615C"/>
                </a:solidFill>
                <a:latin typeface="Arial"/>
                <a:ea typeface="Arial"/>
                <a:cs typeface="Arial"/>
              </a:defRPr>
            </a:lvl3pPr>
            <a:lvl4pPr>
              <a:defRPr sz="1950" b="0">
                <a:solidFill>
                  <a:srgbClr val="62615C"/>
                </a:solidFill>
                <a:latin typeface="Arial"/>
                <a:ea typeface="Arial"/>
                <a:cs typeface="Arial"/>
              </a:defRPr>
            </a:lvl4pPr>
            <a:lvl5pPr>
              <a:defRPr sz="1950" b="0">
                <a:solidFill>
                  <a:srgbClr val="62615C"/>
                </a:solidFill>
                <a:latin typeface="Arial"/>
                <a:ea typeface="Arial"/>
                <a:cs typeface="Arial"/>
              </a:defRPr>
            </a:lvl5pPr>
            <a:lvl6pPr>
              <a:defRPr sz="1950" b="0">
                <a:solidFill>
                  <a:srgbClr val="62615C"/>
                </a:solidFill>
                <a:latin typeface="Arial"/>
                <a:ea typeface="Arial"/>
                <a:cs typeface="Arial"/>
              </a:defRPr>
            </a:lvl6pPr>
            <a:lvl7pPr>
              <a:defRPr sz="1950" b="0">
                <a:solidFill>
                  <a:srgbClr val="62615C"/>
                </a:solidFill>
                <a:latin typeface="Arial"/>
                <a:ea typeface="Arial"/>
                <a:cs typeface="Arial"/>
              </a:defRPr>
            </a:lvl7pPr>
            <a:lvl8pPr>
              <a:defRPr sz="1950" b="0">
                <a:solidFill>
                  <a:srgbClr val="62615C"/>
                </a:solidFill>
                <a:latin typeface="Arial"/>
                <a:ea typeface="Arial"/>
                <a:cs typeface="Arial"/>
              </a:defRPr>
            </a:lvl8pPr>
            <a:lvl9pPr>
              <a:defRPr sz="1950" b="0">
                <a:solidFill>
                  <a:srgbClr val="62615C"/>
                </a:solidFill>
                <a:latin typeface="Arial"/>
                <a:ea typeface="Arial"/>
                <a:cs typeface="Arial"/>
              </a:defRPr>
            </a:lvl9pPr>
          </a:lstStyle>
          <a:p xmlns:a="http://schemas.openxmlformats.org/drawingml/2006/main">
            <a:pPr>
              <a:defRPr sz="1950" b="0">
                <a:solidFill>
                  <a:srgbClr val="62615C"/>
                </a:solidFill>
                <a:latin typeface="Arial"/>
                <a:ea typeface="Arial"/>
                <a:cs typeface="Arial"/>
              </a:defRPr>
            </a:pPr>
            <a:r>
              <a:rPr sz="1950" b="0">
                <a:solidFill>
                  <a:srgbClr val="62615C"/>
                </a:solidFill>
                <a:latin typeface="Arial"/>
                <a:ea typeface="Arial"/>
                <a:cs typeface="Arial"/>
              </a:rPr>
              <a:t>La base corresponde a España. Es una referencia para el análisis,</a:t>
            </a:r>
          </a:p>
          <a:p xmlns:a="http://schemas.openxmlformats.org/drawingml/2006/main">
            <a:pPr>
              <a:defRPr sz="1950" b="0">
                <a:solidFill>
                  <a:srgbClr val="62615C"/>
                </a:solidFill>
                <a:latin typeface="Arial"/>
                <a:ea typeface="Arial"/>
                <a:cs typeface="Arial"/>
              </a:defRPr>
            </a:pPr>
            <a:r>
              <a:rPr sz="1950" b="0">
                <a:solidFill>
                  <a:srgbClr val="62615C"/>
                </a:solidFill>
                <a:latin typeface="Arial"/>
                <a:ea typeface="Arial"/>
                <a:cs typeface="Arial"/>
              </a:rPr>
              <a:t>no un diagnóstico directo de Bolivia ni de MANACO.</a:t>
            </a:r>
          </a:p>
        </p:txBody>
      </p:sp>
    </p:spTree>
    <p:extLst>
      <p:ext uri="{BB962C8B-B14F-4D97-AF65-F5344CB8AC3E}">
        <p14:creationId xmlns:p14="http://schemas.microsoft.com/office/powerpoint/2010/main" val="756434012"/>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79E983-F3EF-4BEE-8CD0-85885A411A70}"/>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7D263D"/>
                </a:solidFill>
                <a:latin typeface="Arial"/>
                <a:ea typeface="Arial"/>
                <a:cs typeface="Arial"/>
              </a:defRPr>
            </a:defPPr>
            <a:lvl1pPr>
              <a:defRPr sz="3300" b="1">
                <a:solidFill>
                  <a:srgbClr val="7D263D"/>
                </a:solidFill>
                <a:latin typeface="Arial"/>
                <a:ea typeface="Arial"/>
                <a:cs typeface="Arial"/>
              </a:defRPr>
            </a:lvl1pPr>
            <a:lvl2pPr>
              <a:defRPr sz="3300" b="1">
                <a:solidFill>
                  <a:srgbClr val="7D263D"/>
                </a:solidFill>
                <a:latin typeface="Arial"/>
                <a:ea typeface="Arial"/>
                <a:cs typeface="Arial"/>
              </a:defRPr>
            </a:lvl2pPr>
            <a:lvl3pPr>
              <a:defRPr sz="3300" b="1">
                <a:solidFill>
                  <a:srgbClr val="7D263D"/>
                </a:solidFill>
                <a:latin typeface="Arial"/>
                <a:ea typeface="Arial"/>
                <a:cs typeface="Arial"/>
              </a:defRPr>
            </a:lvl3pPr>
            <a:lvl4pPr>
              <a:defRPr sz="3300" b="1">
                <a:solidFill>
                  <a:srgbClr val="7D263D"/>
                </a:solidFill>
                <a:latin typeface="Arial"/>
                <a:ea typeface="Arial"/>
                <a:cs typeface="Arial"/>
              </a:defRPr>
            </a:lvl4pPr>
            <a:lvl5pPr>
              <a:defRPr sz="3300" b="1">
                <a:solidFill>
                  <a:srgbClr val="7D263D"/>
                </a:solidFill>
                <a:latin typeface="Arial"/>
                <a:ea typeface="Arial"/>
                <a:cs typeface="Arial"/>
              </a:defRPr>
            </a:lvl5pPr>
            <a:lvl6pPr>
              <a:defRPr sz="3300" b="1">
                <a:solidFill>
                  <a:srgbClr val="7D263D"/>
                </a:solidFill>
                <a:latin typeface="Arial"/>
                <a:ea typeface="Arial"/>
                <a:cs typeface="Arial"/>
              </a:defRPr>
            </a:lvl6pPr>
            <a:lvl7pPr>
              <a:defRPr sz="3300" b="1">
                <a:solidFill>
                  <a:srgbClr val="7D263D"/>
                </a:solidFill>
                <a:latin typeface="Arial"/>
                <a:ea typeface="Arial"/>
                <a:cs typeface="Arial"/>
              </a:defRPr>
            </a:lvl7pPr>
            <a:lvl8pPr>
              <a:defRPr sz="3300" b="1">
                <a:solidFill>
                  <a:srgbClr val="7D263D"/>
                </a:solidFill>
                <a:latin typeface="Arial"/>
                <a:ea typeface="Arial"/>
                <a:cs typeface="Arial"/>
              </a:defRPr>
            </a:lvl8pPr>
            <a:lvl9pPr>
              <a:defRPr sz="3300" b="1">
                <a:solidFill>
                  <a:srgbClr val="7D263D"/>
                </a:solidFill>
                <a:latin typeface="Arial"/>
                <a:ea typeface="Arial"/>
                <a:cs typeface="Arial"/>
              </a:defRPr>
            </a:lvl9pPr>
          </a:lstStyle>
          <a:p xmlns:a="http://schemas.openxmlformats.org/drawingml/2006/main">
            <a:pPr>
              <a:defRPr sz="3300" b="1">
                <a:solidFill>
                  <a:srgbClr val="7D263D"/>
                </a:solidFill>
                <a:latin typeface="Arial"/>
                <a:ea typeface="Arial"/>
                <a:cs typeface="Arial"/>
              </a:defRPr>
            </a:pPr>
            <a:r>
              <a:rPr sz="3300" b="1">
                <a:solidFill>
                  <a:srgbClr val="7D263D"/>
                </a:solidFill>
                <a:latin typeface="Arial"/>
                <a:ea typeface="Arial"/>
                <a:cs typeface="Arial"/>
              </a:rPr>
              <a:t>2. Diagnóstico de los datos</a:t>
            </a:r>
          </a:p>
        </p:txBody>
      </p:sp>
      <p:sp>
        <p:nvSpPr>
          <p:cNvPr id="2" name="">
            <a:extLst xmlns:a="http://schemas.openxmlformats.org/drawingml/2006/main">
              <a:ext uri="{FF2B5EF4-FFF2-40B4-BE49-F238E27FC236}">
                <a16:creationId xmlns:a16="http://schemas.microsoft.com/office/drawing/2014/main" id="{E821D521-848B-47BC-A78B-8AF14E6DE1D0}"/>
              </a:ext>
            </a:extLst>
          </p:cNvPr>
          <p:cNvSpPr>
            <a:spLocks xmlns:a="http://schemas.openxmlformats.org/drawingml/2006/main" noGrp="1"/>
          </p:cNvSpPr>
          <p:nvPr/>
        </p:nvSpPr>
        <p:spPr>
          <a:xfrm xmlns:a="http://schemas.openxmlformats.org/drawingml/2006/main">
            <a:off x="571500" y="10953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615C"/>
                </a:solidFill>
                <a:latin typeface="Arial"/>
                <a:ea typeface="Arial"/>
                <a:cs typeface="Arial"/>
              </a:defRPr>
            </a:defPPr>
            <a:lvl1pPr>
              <a:defRPr sz="1725" b="0">
                <a:solidFill>
                  <a:srgbClr val="62615C"/>
                </a:solidFill>
                <a:latin typeface="Arial"/>
                <a:ea typeface="Arial"/>
                <a:cs typeface="Arial"/>
              </a:defRPr>
            </a:lvl1pPr>
            <a:lvl2pPr>
              <a:defRPr sz="1725" b="0">
                <a:solidFill>
                  <a:srgbClr val="62615C"/>
                </a:solidFill>
                <a:latin typeface="Arial"/>
                <a:ea typeface="Arial"/>
                <a:cs typeface="Arial"/>
              </a:defRPr>
            </a:lvl2pPr>
            <a:lvl3pPr>
              <a:defRPr sz="1725" b="0">
                <a:solidFill>
                  <a:srgbClr val="62615C"/>
                </a:solidFill>
                <a:latin typeface="Arial"/>
                <a:ea typeface="Arial"/>
                <a:cs typeface="Arial"/>
              </a:defRPr>
            </a:lvl3pPr>
            <a:lvl4pPr>
              <a:defRPr sz="1725" b="0">
                <a:solidFill>
                  <a:srgbClr val="62615C"/>
                </a:solidFill>
                <a:latin typeface="Arial"/>
                <a:ea typeface="Arial"/>
                <a:cs typeface="Arial"/>
              </a:defRPr>
            </a:lvl4pPr>
            <a:lvl5pPr>
              <a:defRPr sz="1725" b="0">
                <a:solidFill>
                  <a:srgbClr val="62615C"/>
                </a:solidFill>
                <a:latin typeface="Arial"/>
                <a:ea typeface="Arial"/>
                <a:cs typeface="Arial"/>
              </a:defRPr>
            </a:lvl5pPr>
            <a:lvl6pPr>
              <a:defRPr sz="1725" b="0">
                <a:solidFill>
                  <a:srgbClr val="62615C"/>
                </a:solidFill>
                <a:latin typeface="Arial"/>
                <a:ea typeface="Arial"/>
                <a:cs typeface="Arial"/>
              </a:defRPr>
            </a:lvl6pPr>
            <a:lvl7pPr>
              <a:defRPr sz="1725" b="0">
                <a:solidFill>
                  <a:srgbClr val="62615C"/>
                </a:solidFill>
                <a:latin typeface="Arial"/>
                <a:ea typeface="Arial"/>
                <a:cs typeface="Arial"/>
              </a:defRPr>
            </a:lvl7pPr>
            <a:lvl8pPr>
              <a:defRPr sz="1725" b="0">
                <a:solidFill>
                  <a:srgbClr val="62615C"/>
                </a:solidFill>
                <a:latin typeface="Arial"/>
                <a:ea typeface="Arial"/>
                <a:cs typeface="Arial"/>
              </a:defRPr>
            </a:lvl8pPr>
            <a:lvl9pPr>
              <a:defRPr sz="1725" b="0">
                <a:solidFill>
                  <a:srgbClr val="62615C"/>
                </a:solidFill>
                <a:latin typeface="Arial"/>
                <a:ea typeface="Arial"/>
                <a:cs typeface="Arial"/>
              </a:defRPr>
            </a:lvl9pPr>
          </a:lstStyle>
          <a:p xmlns:a="http://schemas.openxmlformats.org/drawingml/2006/main">
            <a:pPr>
              <a:defRPr sz="1725" b="0">
                <a:solidFill>
                  <a:srgbClr val="62615C"/>
                </a:solidFill>
                <a:latin typeface="Arial"/>
                <a:ea typeface="Arial"/>
                <a:cs typeface="Arial"/>
              </a:defRPr>
            </a:pPr>
            <a:r>
              <a:rPr sz="1725" b="0">
                <a:solidFill>
                  <a:srgbClr val="62615C"/>
                </a:solidFill>
                <a:latin typeface="Arial"/>
                <a:ea typeface="Arial"/>
                <a:cs typeface="Arial"/>
              </a:rPr>
              <a:t>240 registros de España, 2020–2024</a:t>
            </a:r>
          </a:p>
        </p:txBody>
      </p:sp>
      <p:sp>
        <p:nvSpPr>
          <p:cNvPr id="3" name="">
            <a:extLst xmlns:a="http://schemas.openxmlformats.org/drawingml/2006/main">
              <a:ext uri="{FF2B5EF4-FFF2-40B4-BE49-F238E27FC236}">
                <a16:creationId xmlns:a16="http://schemas.microsoft.com/office/drawing/2014/main" id="{D17DF69B-7CF1-4D76-B37D-CF6E5C56A544}"/>
              </a:ext>
            </a:extLst>
          </p:cNvPr>
          <p:cNvSpPr>
            <a:spLocks xmlns:a="http://schemas.openxmlformats.org/drawingml/2006/main" noGrp="1"/>
          </p:cNvSpPr>
          <p:nvPr/>
        </p:nvSpPr>
        <p:spPr>
          <a:xfrm xmlns:a="http://schemas.openxmlformats.org/drawingml/2006/main">
            <a:off x="571500" y="64674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15C"/>
                </a:solidFill>
                <a:latin typeface="Arial"/>
                <a:ea typeface="Arial"/>
                <a:cs typeface="Arial"/>
              </a:defRPr>
            </a:defPPr>
            <a:lvl1pPr>
              <a:defRPr sz="1125" b="0">
                <a:solidFill>
                  <a:srgbClr val="62615C"/>
                </a:solidFill>
                <a:latin typeface="Arial"/>
                <a:ea typeface="Arial"/>
                <a:cs typeface="Arial"/>
              </a:defRPr>
            </a:lvl1pPr>
            <a:lvl2pPr>
              <a:defRPr sz="1125" b="0">
                <a:solidFill>
                  <a:srgbClr val="62615C"/>
                </a:solidFill>
                <a:latin typeface="Arial"/>
                <a:ea typeface="Arial"/>
                <a:cs typeface="Arial"/>
              </a:defRPr>
            </a:lvl2pPr>
            <a:lvl3pPr>
              <a:defRPr sz="1125" b="0">
                <a:solidFill>
                  <a:srgbClr val="62615C"/>
                </a:solidFill>
                <a:latin typeface="Arial"/>
                <a:ea typeface="Arial"/>
                <a:cs typeface="Arial"/>
              </a:defRPr>
            </a:lvl3pPr>
            <a:lvl4pPr>
              <a:defRPr sz="1125" b="0">
                <a:solidFill>
                  <a:srgbClr val="62615C"/>
                </a:solidFill>
                <a:latin typeface="Arial"/>
                <a:ea typeface="Arial"/>
                <a:cs typeface="Arial"/>
              </a:defRPr>
            </a:lvl4pPr>
            <a:lvl5pPr>
              <a:defRPr sz="1125" b="0">
                <a:solidFill>
                  <a:srgbClr val="62615C"/>
                </a:solidFill>
                <a:latin typeface="Arial"/>
                <a:ea typeface="Arial"/>
                <a:cs typeface="Arial"/>
              </a:defRPr>
            </a:lvl5pPr>
            <a:lvl6pPr>
              <a:defRPr sz="1125" b="0">
                <a:solidFill>
                  <a:srgbClr val="62615C"/>
                </a:solidFill>
                <a:latin typeface="Arial"/>
                <a:ea typeface="Arial"/>
                <a:cs typeface="Arial"/>
              </a:defRPr>
            </a:lvl6pPr>
            <a:lvl7pPr>
              <a:defRPr sz="1125" b="0">
                <a:solidFill>
                  <a:srgbClr val="62615C"/>
                </a:solidFill>
                <a:latin typeface="Arial"/>
                <a:ea typeface="Arial"/>
                <a:cs typeface="Arial"/>
              </a:defRPr>
            </a:lvl7pPr>
            <a:lvl8pPr>
              <a:defRPr sz="1125" b="0">
                <a:solidFill>
                  <a:srgbClr val="62615C"/>
                </a:solidFill>
                <a:latin typeface="Arial"/>
                <a:ea typeface="Arial"/>
                <a:cs typeface="Arial"/>
              </a:defRPr>
            </a:lvl8pPr>
            <a:lvl9pPr>
              <a:defRPr sz="1125" b="0">
                <a:solidFill>
                  <a:srgbClr val="62615C"/>
                </a:solidFill>
                <a:latin typeface="Arial"/>
                <a:ea typeface="Arial"/>
                <a:cs typeface="Arial"/>
              </a:defRPr>
            </a:lvl9pPr>
          </a:lstStyle>
          <a:p xmlns:a="http://schemas.openxmlformats.org/drawingml/2006/main">
            <a:pPr>
              <a:defRPr sz="1125" b="0">
                <a:solidFill>
                  <a:srgbClr val="62615C"/>
                </a:solidFill>
                <a:latin typeface="Arial"/>
                <a:ea typeface="Arial"/>
                <a:cs typeface="Arial"/>
              </a:defRPr>
            </a:pPr>
            <a:r>
              <a:rPr sz="1125" b="0">
                <a:solidFill>
                  <a:srgbClr val="62615C"/>
                </a:solidFill>
                <a:latin typeface="Arial"/>
                <a:ea typeface="Arial"/>
                <a:cs typeface="Arial"/>
              </a:rPr>
              <a:t>MANACO   /   Defensa ejecutiva individual</a:t>
            </a:r>
          </a:p>
        </p:txBody>
      </p:sp>
      <p:sp>
        <p:nvSpPr>
          <p:cNvPr id="4" name="">
            <a:extLst xmlns:a="http://schemas.openxmlformats.org/drawingml/2006/main">
              <a:ext uri="{FF2B5EF4-FFF2-40B4-BE49-F238E27FC236}">
                <a16:creationId xmlns:a16="http://schemas.microsoft.com/office/drawing/2014/main" id="{2E5A8DD6-5AEB-4C88-8DB6-A7017FEB4019}"/>
              </a:ext>
            </a:extLst>
          </p:cNvPr>
          <p:cNvSpPr>
            <a:spLocks xmlns:a="http://schemas.openxmlformats.org/drawingml/2006/main" noGrp="1"/>
          </p:cNvSpPr>
          <p:nvPr/>
        </p:nvSpPr>
        <p:spPr>
          <a:xfrm xmlns:a="http://schemas.openxmlformats.org/drawingml/2006/main">
            <a:off x="11144250" y="64674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15C"/>
                </a:solidFill>
                <a:latin typeface="Arial"/>
                <a:ea typeface="Arial"/>
                <a:cs typeface="Arial"/>
              </a:defRPr>
            </a:defPPr>
            <a:lvl1pPr>
              <a:defRPr sz="1125" b="0">
                <a:solidFill>
                  <a:srgbClr val="62615C"/>
                </a:solidFill>
                <a:latin typeface="Arial"/>
                <a:ea typeface="Arial"/>
                <a:cs typeface="Arial"/>
              </a:defRPr>
            </a:lvl1pPr>
            <a:lvl2pPr>
              <a:defRPr sz="1125" b="0">
                <a:solidFill>
                  <a:srgbClr val="62615C"/>
                </a:solidFill>
                <a:latin typeface="Arial"/>
                <a:ea typeface="Arial"/>
                <a:cs typeface="Arial"/>
              </a:defRPr>
            </a:lvl2pPr>
            <a:lvl3pPr>
              <a:defRPr sz="1125" b="0">
                <a:solidFill>
                  <a:srgbClr val="62615C"/>
                </a:solidFill>
                <a:latin typeface="Arial"/>
                <a:ea typeface="Arial"/>
                <a:cs typeface="Arial"/>
              </a:defRPr>
            </a:lvl3pPr>
            <a:lvl4pPr>
              <a:defRPr sz="1125" b="0">
                <a:solidFill>
                  <a:srgbClr val="62615C"/>
                </a:solidFill>
                <a:latin typeface="Arial"/>
                <a:ea typeface="Arial"/>
                <a:cs typeface="Arial"/>
              </a:defRPr>
            </a:lvl4pPr>
            <a:lvl5pPr>
              <a:defRPr sz="1125" b="0">
                <a:solidFill>
                  <a:srgbClr val="62615C"/>
                </a:solidFill>
                <a:latin typeface="Arial"/>
                <a:ea typeface="Arial"/>
                <a:cs typeface="Arial"/>
              </a:defRPr>
            </a:lvl5pPr>
            <a:lvl6pPr>
              <a:defRPr sz="1125" b="0">
                <a:solidFill>
                  <a:srgbClr val="62615C"/>
                </a:solidFill>
                <a:latin typeface="Arial"/>
                <a:ea typeface="Arial"/>
                <a:cs typeface="Arial"/>
              </a:defRPr>
            </a:lvl6pPr>
            <a:lvl7pPr>
              <a:defRPr sz="1125" b="0">
                <a:solidFill>
                  <a:srgbClr val="62615C"/>
                </a:solidFill>
                <a:latin typeface="Arial"/>
                <a:ea typeface="Arial"/>
                <a:cs typeface="Arial"/>
              </a:defRPr>
            </a:lvl7pPr>
            <a:lvl8pPr>
              <a:defRPr sz="1125" b="0">
                <a:solidFill>
                  <a:srgbClr val="62615C"/>
                </a:solidFill>
                <a:latin typeface="Arial"/>
                <a:ea typeface="Arial"/>
                <a:cs typeface="Arial"/>
              </a:defRPr>
            </a:lvl8pPr>
            <a:lvl9pPr>
              <a:defRPr sz="1125" b="0">
                <a:solidFill>
                  <a:srgbClr val="62615C"/>
                </a:solidFill>
                <a:latin typeface="Arial"/>
                <a:ea typeface="Arial"/>
                <a:cs typeface="Arial"/>
              </a:defRPr>
            </a:lvl9pPr>
          </a:lstStyle>
          <a:p xmlns:a="http://schemas.openxmlformats.org/drawingml/2006/main">
            <a:pPr>
              <a:defRPr sz="1125" b="0">
                <a:solidFill>
                  <a:srgbClr val="62615C"/>
                </a:solidFill>
                <a:latin typeface="Arial"/>
                <a:ea typeface="Arial"/>
                <a:cs typeface="Arial"/>
              </a:defRPr>
            </a:pPr>
            <a:r>
              <a:rPr sz="1125" b="0">
                <a:solidFill>
                  <a:srgbClr val="62615C"/>
                </a:solidFill>
                <a:latin typeface="Arial"/>
                <a:ea typeface="Arial"/>
                <a:cs typeface="Arial"/>
              </a:rPr>
              <a:t>02</a:t>
            </a:r>
          </a:p>
        </p:txBody>
      </p:sp>
      <p:graphicFrame>
        <p:nvGraphicFramePr>
          <p:cNvPr id="5" name="Chart">
            <a:extLst xmlns:a="http://schemas.openxmlformats.org/drawingml/2006/main">
              <a:ext uri="{FF2B5EF4-FFF2-40B4-BE49-F238E27FC236}">
                <a16:creationId xmlns:a16="http://schemas.microsoft.com/office/drawing/2014/main" id="{5DB5FDAB-D180-459F-A050-FC1684FBEDC2}"/>
              </a:ext>
            </a:extLst>
          </p:cNvPr>
          <p:cNvGraphicFramePr/>
          <p:nvPr/>
        </p:nvGraphicFramePr>
        <p:xfrm>
          <a:off xmlns:a="http://schemas.openxmlformats.org/drawingml/2006/main" x="523875" y="1762125"/>
          <a:ext xmlns:a="http://schemas.openxmlformats.org/drawingml/2006/main" cx="5334000" cy="3143250"/>
        </p:xfrm>
        <a:graphic xmlns:a="http://schemas.openxmlformats.org/drawingml/2006/main">
          <a:graphicData uri="http://schemas.openxmlformats.org/drawingml/2006/chart">
            <c:chart xmlns:r="http://schemas.openxmlformats.org/officeDocument/2006/relationships" xmlns:c="http://schemas.openxmlformats.org/drawingml/2006/chart" r:id="Rfddd5fa35ca94c22"/>
          </a:graphicData>
        </a:graphic>
      </p:graphicFrame>
      <p:graphicFrame>
        <p:nvGraphicFramePr>
          <p:cNvPr id="6" name="Chart">
            <a:extLst xmlns:a="http://schemas.openxmlformats.org/drawingml/2006/main">
              <a:ext uri="{FF2B5EF4-FFF2-40B4-BE49-F238E27FC236}">
                <a16:creationId xmlns:a16="http://schemas.microsoft.com/office/drawing/2014/main" id="{B52F4D80-3082-4C53-8AC3-20D853812E57}"/>
              </a:ext>
            </a:extLst>
          </p:cNvPr>
          <p:cNvGraphicFramePr/>
          <p:nvPr/>
        </p:nvGraphicFramePr>
        <p:xfrm>
          <a:off xmlns:a="http://schemas.openxmlformats.org/drawingml/2006/main" x="6238875" y="1762125"/>
          <a:ext xmlns:a="http://schemas.openxmlformats.org/drawingml/2006/main" cx="5334000" cy="3143250"/>
        </p:xfrm>
        <a:graphic xmlns:a="http://schemas.openxmlformats.org/drawingml/2006/main">
          <a:graphicData uri="http://schemas.openxmlformats.org/drawingml/2006/chart">
            <c:chart xmlns:r="http://schemas.openxmlformats.org/officeDocument/2006/relationships" xmlns:c="http://schemas.openxmlformats.org/drawingml/2006/chart" r:id="R85fca4480f2a4bcd"/>
          </a:graphicData>
        </a:graphic>
      </p:graphicFrame>
      <p:sp>
        <p:nvSpPr>
          <p:cNvPr id="7" name="">
            <a:extLst xmlns:a="http://schemas.openxmlformats.org/drawingml/2006/main">
              <a:ext uri="{FF2B5EF4-FFF2-40B4-BE49-F238E27FC236}">
                <a16:creationId xmlns:a16="http://schemas.microsoft.com/office/drawing/2014/main" id="{2DAD8A05-9949-43AA-AC39-17F77C981B36}"/>
              </a:ext>
            </a:extLst>
          </p:cNvPr>
          <p:cNvSpPr>
            <a:spLocks xmlns:a="http://schemas.openxmlformats.org/drawingml/2006/main" noGrp="1"/>
          </p:cNvSpPr>
          <p:nvPr/>
        </p:nvSpPr>
        <p:spPr>
          <a:xfrm xmlns:a="http://schemas.openxmlformats.org/drawingml/2006/main">
            <a:off x="571500" y="52197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7D263D"/>
                </a:solidFill>
                <a:latin typeface="Arial"/>
                <a:ea typeface="Arial"/>
                <a:cs typeface="Arial"/>
              </a:defRPr>
            </a:defPPr>
            <a:lvl1pPr>
              <a:defRPr sz="2700" b="1">
                <a:solidFill>
                  <a:srgbClr val="7D263D"/>
                </a:solidFill>
                <a:latin typeface="Arial"/>
                <a:ea typeface="Arial"/>
                <a:cs typeface="Arial"/>
              </a:defRPr>
            </a:lvl1pPr>
            <a:lvl2pPr>
              <a:defRPr sz="2700" b="1">
                <a:solidFill>
                  <a:srgbClr val="7D263D"/>
                </a:solidFill>
                <a:latin typeface="Arial"/>
                <a:ea typeface="Arial"/>
                <a:cs typeface="Arial"/>
              </a:defRPr>
            </a:lvl2pPr>
            <a:lvl3pPr>
              <a:defRPr sz="2700" b="1">
                <a:solidFill>
                  <a:srgbClr val="7D263D"/>
                </a:solidFill>
                <a:latin typeface="Arial"/>
                <a:ea typeface="Arial"/>
                <a:cs typeface="Arial"/>
              </a:defRPr>
            </a:lvl3pPr>
            <a:lvl4pPr>
              <a:defRPr sz="2700" b="1">
                <a:solidFill>
                  <a:srgbClr val="7D263D"/>
                </a:solidFill>
                <a:latin typeface="Arial"/>
                <a:ea typeface="Arial"/>
                <a:cs typeface="Arial"/>
              </a:defRPr>
            </a:lvl4pPr>
            <a:lvl5pPr>
              <a:defRPr sz="2700" b="1">
                <a:solidFill>
                  <a:srgbClr val="7D263D"/>
                </a:solidFill>
                <a:latin typeface="Arial"/>
                <a:ea typeface="Arial"/>
                <a:cs typeface="Arial"/>
              </a:defRPr>
            </a:lvl5pPr>
            <a:lvl6pPr>
              <a:defRPr sz="2700" b="1">
                <a:solidFill>
                  <a:srgbClr val="7D263D"/>
                </a:solidFill>
                <a:latin typeface="Arial"/>
                <a:ea typeface="Arial"/>
                <a:cs typeface="Arial"/>
              </a:defRPr>
            </a:lvl6pPr>
            <a:lvl7pPr>
              <a:defRPr sz="2700" b="1">
                <a:solidFill>
                  <a:srgbClr val="7D263D"/>
                </a:solidFill>
                <a:latin typeface="Arial"/>
                <a:ea typeface="Arial"/>
                <a:cs typeface="Arial"/>
              </a:defRPr>
            </a:lvl7pPr>
            <a:lvl8pPr>
              <a:defRPr sz="2700" b="1">
                <a:solidFill>
                  <a:srgbClr val="7D263D"/>
                </a:solidFill>
                <a:latin typeface="Arial"/>
                <a:ea typeface="Arial"/>
                <a:cs typeface="Arial"/>
              </a:defRPr>
            </a:lvl8pPr>
            <a:lvl9pPr>
              <a:defRPr sz="2700" b="1">
                <a:solidFill>
                  <a:srgbClr val="7D263D"/>
                </a:solidFill>
                <a:latin typeface="Arial"/>
                <a:ea typeface="Arial"/>
                <a:cs typeface="Arial"/>
              </a:defRPr>
            </a:lvl9pPr>
          </a:lstStyle>
          <a:p xmlns:a="http://schemas.openxmlformats.org/drawingml/2006/main">
            <a:pPr>
              <a:defRPr sz="2700" b="1">
                <a:solidFill>
                  <a:srgbClr val="7D263D"/>
                </a:solidFill>
                <a:latin typeface="Arial"/>
                <a:ea typeface="Arial"/>
                <a:cs typeface="Arial"/>
              </a:defRPr>
            </a:pPr>
            <a:r>
              <a:rPr sz="2700" b="1">
                <a:solidFill>
                  <a:srgbClr val="7D263D"/>
                </a:solidFill>
                <a:latin typeface="Arial"/>
                <a:ea typeface="Arial"/>
                <a:cs typeface="Arial"/>
              </a:rPr>
              <a:t>USD 7.590 millones</a:t>
            </a:r>
          </a:p>
        </p:txBody>
      </p:sp>
      <p:sp>
        <p:nvSpPr>
          <p:cNvPr id="8" name="">
            <a:extLst xmlns:a="http://schemas.openxmlformats.org/drawingml/2006/main">
              <a:ext uri="{FF2B5EF4-FFF2-40B4-BE49-F238E27FC236}">
                <a16:creationId xmlns:a16="http://schemas.microsoft.com/office/drawing/2014/main" id="{5A806B87-D876-41CD-86BC-4C120673EE7F}"/>
              </a:ext>
            </a:extLst>
          </p:cNvPr>
          <p:cNvSpPr>
            <a:spLocks xmlns:a="http://schemas.openxmlformats.org/drawingml/2006/main" noGrp="1"/>
          </p:cNvSpPr>
          <p:nvPr/>
        </p:nvSpPr>
        <p:spPr>
          <a:xfrm xmlns:a="http://schemas.openxmlformats.org/drawingml/2006/main">
            <a:off x="571500" y="5743575"/>
            <a:ext cx="533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2626"/>
                </a:solidFill>
                <a:latin typeface="Arial"/>
                <a:ea typeface="Arial"/>
                <a:cs typeface="Arial"/>
              </a:defRPr>
            </a:defPPr>
            <a:lvl1pPr>
              <a:defRPr sz="1725" b="0">
                <a:solidFill>
                  <a:srgbClr val="262626"/>
                </a:solidFill>
                <a:latin typeface="Arial"/>
                <a:ea typeface="Arial"/>
                <a:cs typeface="Arial"/>
              </a:defRPr>
            </a:lvl1pPr>
            <a:lvl2pPr>
              <a:defRPr sz="1725" b="0">
                <a:solidFill>
                  <a:srgbClr val="262626"/>
                </a:solidFill>
                <a:latin typeface="Arial"/>
                <a:ea typeface="Arial"/>
                <a:cs typeface="Arial"/>
              </a:defRPr>
            </a:lvl2pPr>
            <a:lvl3pPr>
              <a:defRPr sz="1725" b="0">
                <a:solidFill>
                  <a:srgbClr val="262626"/>
                </a:solidFill>
                <a:latin typeface="Arial"/>
                <a:ea typeface="Arial"/>
                <a:cs typeface="Arial"/>
              </a:defRPr>
            </a:lvl3pPr>
            <a:lvl4pPr>
              <a:defRPr sz="1725" b="0">
                <a:solidFill>
                  <a:srgbClr val="262626"/>
                </a:solidFill>
                <a:latin typeface="Arial"/>
                <a:ea typeface="Arial"/>
                <a:cs typeface="Arial"/>
              </a:defRPr>
            </a:lvl4pPr>
            <a:lvl5pPr>
              <a:defRPr sz="1725" b="0">
                <a:solidFill>
                  <a:srgbClr val="262626"/>
                </a:solidFill>
                <a:latin typeface="Arial"/>
                <a:ea typeface="Arial"/>
                <a:cs typeface="Arial"/>
              </a:defRPr>
            </a:lvl5pPr>
            <a:lvl6pPr>
              <a:defRPr sz="1725" b="0">
                <a:solidFill>
                  <a:srgbClr val="262626"/>
                </a:solidFill>
                <a:latin typeface="Arial"/>
                <a:ea typeface="Arial"/>
                <a:cs typeface="Arial"/>
              </a:defRPr>
            </a:lvl6pPr>
            <a:lvl7pPr>
              <a:defRPr sz="1725" b="0">
                <a:solidFill>
                  <a:srgbClr val="262626"/>
                </a:solidFill>
                <a:latin typeface="Arial"/>
                <a:ea typeface="Arial"/>
                <a:cs typeface="Arial"/>
              </a:defRPr>
            </a:lvl7pPr>
            <a:lvl8pPr>
              <a:defRPr sz="1725" b="0">
                <a:solidFill>
                  <a:srgbClr val="262626"/>
                </a:solidFill>
                <a:latin typeface="Arial"/>
                <a:ea typeface="Arial"/>
                <a:cs typeface="Arial"/>
              </a:defRPr>
            </a:lvl8pPr>
            <a:lvl9pPr>
              <a:defRPr sz="1725" b="0">
                <a:solidFill>
                  <a:srgbClr val="262626"/>
                </a:solidFill>
                <a:latin typeface="Arial"/>
                <a:ea typeface="Arial"/>
                <a:cs typeface="Arial"/>
              </a:defRPr>
            </a:lvl9pPr>
          </a:lstStyle>
          <a:p xmlns:a="http://schemas.openxmlformats.org/drawingml/2006/main">
            <a:pPr>
              <a:defRPr sz="1725" b="0">
                <a:solidFill>
                  <a:srgbClr val="262626"/>
                </a:solidFill>
                <a:latin typeface="Arial"/>
                <a:ea typeface="Arial"/>
                <a:cs typeface="Arial"/>
              </a:defRPr>
            </a:pPr>
            <a:r>
              <a:rPr sz="1725" b="0">
                <a:solidFill>
                  <a:srgbClr val="262626"/>
                </a:solidFill>
                <a:latin typeface="Arial"/>
                <a:ea typeface="Arial"/>
                <a:cs typeface="Arial"/>
              </a:rPr>
              <a:t>Importaciones por encima de exportaciones</a:t>
            </a:r>
          </a:p>
        </p:txBody>
      </p:sp>
      <p:sp>
        <p:nvSpPr>
          <p:cNvPr id="9" name="">
            <a:extLst xmlns:a="http://schemas.openxmlformats.org/drawingml/2006/main">
              <a:ext uri="{FF2B5EF4-FFF2-40B4-BE49-F238E27FC236}">
                <a16:creationId xmlns:a16="http://schemas.microsoft.com/office/drawing/2014/main" id="{D238A317-87E2-438D-8FDA-EECFFD8172FC}"/>
              </a:ext>
            </a:extLst>
          </p:cNvPr>
          <p:cNvSpPr>
            <a:spLocks xmlns:a="http://schemas.openxmlformats.org/drawingml/2006/main" noGrp="1"/>
          </p:cNvSpPr>
          <p:nvPr/>
        </p:nvSpPr>
        <p:spPr>
          <a:xfrm xmlns:a="http://schemas.openxmlformats.org/drawingml/2006/main">
            <a:off x="6286500" y="52197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7D263D"/>
                </a:solidFill>
                <a:latin typeface="Arial"/>
                <a:ea typeface="Arial"/>
                <a:cs typeface="Arial"/>
              </a:defRPr>
            </a:defPPr>
            <a:lvl1pPr>
              <a:defRPr sz="2700" b="1">
                <a:solidFill>
                  <a:srgbClr val="7D263D"/>
                </a:solidFill>
                <a:latin typeface="Arial"/>
                <a:ea typeface="Arial"/>
                <a:cs typeface="Arial"/>
              </a:defRPr>
            </a:lvl1pPr>
            <a:lvl2pPr>
              <a:defRPr sz="2700" b="1">
                <a:solidFill>
                  <a:srgbClr val="7D263D"/>
                </a:solidFill>
                <a:latin typeface="Arial"/>
                <a:ea typeface="Arial"/>
                <a:cs typeface="Arial"/>
              </a:defRPr>
            </a:lvl2pPr>
            <a:lvl3pPr>
              <a:defRPr sz="2700" b="1">
                <a:solidFill>
                  <a:srgbClr val="7D263D"/>
                </a:solidFill>
                <a:latin typeface="Arial"/>
                <a:ea typeface="Arial"/>
                <a:cs typeface="Arial"/>
              </a:defRPr>
            </a:lvl3pPr>
            <a:lvl4pPr>
              <a:defRPr sz="2700" b="1">
                <a:solidFill>
                  <a:srgbClr val="7D263D"/>
                </a:solidFill>
                <a:latin typeface="Arial"/>
                <a:ea typeface="Arial"/>
                <a:cs typeface="Arial"/>
              </a:defRPr>
            </a:lvl4pPr>
            <a:lvl5pPr>
              <a:defRPr sz="2700" b="1">
                <a:solidFill>
                  <a:srgbClr val="7D263D"/>
                </a:solidFill>
                <a:latin typeface="Arial"/>
                <a:ea typeface="Arial"/>
                <a:cs typeface="Arial"/>
              </a:defRPr>
            </a:lvl5pPr>
            <a:lvl6pPr>
              <a:defRPr sz="2700" b="1">
                <a:solidFill>
                  <a:srgbClr val="7D263D"/>
                </a:solidFill>
                <a:latin typeface="Arial"/>
                <a:ea typeface="Arial"/>
                <a:cs typeface="Arial"/>
              </a:defRPr>
            </a:lvl6pPr>
            <a:lvl7pPr>
              <a:defRPr sz="2700" b="1">
                <a:solidFill>
                  <a:srgbClr val="7D263D"/>
                </a:solidFill>
                <a:latin typeface="Arial"/>
                <a:ea typeface="Arial"/>
                <a:cs typeface="Arial"/>
              </a:defRPr>
            </a:lvl7pPr>
            <a:lvl8pPr>
              <a:defRPr sz="2700" b="1">
                <a:solidFill>
                  <a:srgbClr val="7D263D"/>
                </a:solidFill>
                <a:latin typeface="Arial"/>
                <a:ea typeface="Arial"/>
                <a:cs typeface="Arial"/>
              </a:defRPr>
            </a:lvl8pPr>
            <a:lvl9pPr>
              <a:defRPr sz="2700" b="1">
                <a:solidFill>
                  <a:srgbClr val="7D263D"/>
                </a:solidFill>
                <a:latin typeface="Arial"/>
                <a:ea typeface="Arial"/>
                <a:cs typeface="Arial"/>
              </a:defRPr>
            </a:lvl9pPr>
          </a:lstStyle>
          <a:p xmlns:a="http://schemas.openxmlformats.org/drawingml/2006/main">
            <a:pPr>
              <a:defRPr sz="2700" b="1">
                <a:solidFill>
                  <a:srgbClr val="7D263D"/>
                </a:solidFill>
                <a:latin typeface="Arial"/>
                <a:ea typeface="Arial"/>
                <a:cs typeface="Arial"/>
              </a:defRPr>
            </a:pPr>
            <a:r>
              <a:rPr sz="2700" b="1">
                <a:solidFill>
                  <a:srgbClr val="7D263D"/>
                </a:solidFill>
                <a:latin typeface="Arial"/>
                <a:ea typeface="Arial"/>
                <a:cs typeface="Arial"/>
              </a:rPr>
              <a:t>USD 45,22 por par</a:t>
            </a:r>
          </a:p>
        </p:txBody>
      </p:sp>
      <p:sp>
        <p:nvSpPr>
          <p:cNvPr id="10" name="">
            <a:extLst xmlns:a="http://schemas.openxmlformats.org/drawingml/2006/main">
              <a:ext uri="{FF2B5EF4-FFF2-40B4-BE49-F238E27FC236}">
                <a16:creationId xmlns:a16="http://schemas.microsoft.com/office/drawing/2014/main" id="{EBED7DB9-9B20-4918-94AC-90D6680BD1AB}"/>
              </a:ext>
            </a:extLst>
          </p:cNvPr>
          <p:cNvSpPr>
            <a:spLocks xmlns:a="http://schemas.openxmlformats.org/drawingml/2006/main" noGrp="1"/>
          </p:cNvSpPr>
          <p:nvPr/>
        </p:nvSpPr>
        <p:spPr>
          <a:xfrm xmlns:a="http://schemas.openxmlformats.org/drawingml/2006/main">
            <a:off x="6286500" y="5743575"/>
            <a:ext cx="533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2626"/>
                </a:solidFill>
                <a:latin typeface="Arial"/>
                <a:ea typeface="Arial"/>
                <a:cs typeface="Arial"/>
              </a:defRPr>
            </a:defPPr>
            <a:lvl1pPr>
              <a:defRPr sz="1725" b="0">
                <a:solidFill>
                  <a:srgbClr val="262626"/>
                </a:solidFill>
                <a:latin typeface="Arial"/>
                <a:ea typeface="Arial"/>
                <a:cs typeface="Arial"/>
              </a:defRPr>
            </a:lvl1pPr>
            <a:lvl2pPr>
              <a:defRPr sz="1725" b="0">
                <a:solidFill>
                  <a:srgbClr val="262626"/>
                </a:solidFill>
                <a:latin typeface="Arial"/>
                <a:ea typeface="Arial"/>
                <a:cs typeface="Arial"/>
              </a:defRPr>
            </a:lvl2pPr>
            <a:lvl3pPr>
              <a:defRPr sz="1725" b="0">
                <a:solidFill>
                  <a:srgbClr val="262626"/>
                </a:solidFill>
                <a:latin typeface="Arial"/>
                <a:ea typeface="Arial"/>
                <a:cs typeface="Arial"/>
              </a:defRPr>
            </a:lvl3pPr>
            <a:lvl4pPr>
              <a:defRPr sz="1725" b="0">
                <a:solidFill>
                  <a:srgbClr val="262626"/>
                </a:solidFill>
                <a:latin typeface="Arial"/>
                <a:ea typeface="Arial"/>
                <a:cs typeface="Arial"/>
              </a:defRPr>
            </a:lvl4pPr>
            <a:lvl5pPr>
              <a:defRPr sz="1725" b="0">
                <a:solidFill>
                  <a:srgbClr val="262626"/>
                </a:solidFill>
                <a:latin typeface="Arial"/>
                <a:ea typeface="Arial"/>
                <a:cs typeface="Arial"/>
              </a:defRPr>
            </a:lvl5pPr>
            <a:lvl6pPr>
              <a:defRPr sz="1725" b="0">
                <a:solidFill>
                  <a:srgbClr val="262626"/>
                </a:solidFill>
                <a:latin typeface="Arial"/>
                <a:ea typeface="Arial"/>
                <a:cs typeface="Arial"/>
              </a:defRPr>
            </a:lvl6pPr>
            <a:lvl7pPr>
              <a:defRPr sz="1725" b="0">
                <a:solidFill>
                  <a:srgbClr val="262626"/>
                </a:solidFill>
                <a:latin typeface="Arial"/>
                <a:ea typeface="Arial"/>
                <a:cs typeface="Arial"/>
              </a:defRPr>
            </a:lvl7pPr>
            <a:lvl8pPr>
              <a:defRPr sz="1725" b="0">
                <a:solidFill>
                  <a:srgbClr val="262626"/>
                </a:solidFill>
                <a:latin typeface="Arial"/>
                <a:ea typeface="Arial"/>
                <a:cs typeface="Arial"/>
              </a:defRPr>
            </a:lvl8pPr>
            <a:lvl9pPr>
              <a:defRPr sz="1725" b="0">
                <a:solidFill>
                  <a:srgbClr val="262626"/>
                </a:solidFill>
                <a:latin typeface="Arial"/>
                <a:ea typeface="Arial"/>
                <a:cs typeface="Arial"/>
              </a:defRPr>
            </a:lvl9pPr>
          </a:lstStyle>
          <a:p xmlns:a="http://schemas.openxmlformats.org/drawingml/2006/main">
            <a:pPr>
              <a:defRPr sz="1725" b="0">
                <a:solidFill>
                  <a:srgbClr val="262626"/>
                </a:solidFill>
                <a:latin typeface="Arial"/>
                <a:ea typeface="Arial"/>
                <a:cs typeface="Arial"/>
              </a:defRPr>
            </a:pPr>
            <a:r>
              <a:rPr sz="1725" b="0">
                <a:solidFill>
                  <a:srgbClr val="262626"/>
                </a:solidFill>
                <a:latin typeface="Arial"/>
                <a:ea typeface="Arial"/>
                <a:cs typeface="Arial"/>
              </a:rPr>
              <a:t>Categoría de mayor valor unitario*</a:t>
            </a:r>
          </a:p>
        </p:txBody>
      </p:sp>
      <p:sp>
        <p:nvSpPr>
          <p:cNvPr id="11" name="">
            <a:extLst xmlns:a="http://schemas.openxmlformats.org/drawingml/2006/main">
              <a:ext uri="{FF2B5EF4-FFF2-40B4-BE49-F238E27FC236}">
                <a16:creationId xmlns:a16="http://schemas.microsoft.com/office/drawing/2014/main" id="{B69D2936-E104-4063-A322-4B1434B3DC3B}"/>
              </a:ext>
            </a:extLst>
          </p:cNvPr>
          <p:cNvSpPr>
            <a:spLocks xmlns:a="http://schemas.openxmlformats.org/drawingml/2006/main" noGrp="1"/>
          </p:cNvSpPr>
          <p:nvPr/>
        </p:nvSpPr>
        <p:spPr>
          <a:xfrm xmlns:a="http://schemas.openxmlformats.org/drawingml/2006/main">
            <a:off x="571500" y="6181725"/>
            <a:ext cx="1104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615C"/>
                </a:solidFill>
                <a:latin typeface="Arial"/>
                <a:ea typeface="Arial"/>
                <a:cs typeface="Arial"/>
              </a:defRPr>
            </a:defPPr>
            <a:lvl1pPr>
              <a:defRPr sz="1200" b="0">
                <a:solidFill>
                  <a:srgbClr val="62615C"/>
                </a:solidFill>
                <a:latin typeface="Arial"/>
                <a:ea typeface="Arial"/>
                <a:cs typeface="Arial"/>
              </a:defRPr>
            </a:lvl1pPr>
            <a:lvl2pPr>
              <a:defRPr sz="1200" b="0">
                <a:solidFill>
                  <a:srgbClr val="62615C"/>
                </a:solidFill>
                <a:latin typeface="Arial"/>
                <a:ea typeface="Arial"/>
                <a:cs typeface="Arial"/>
              </a:defRPr>
            </a:lvl2pPr>
            <a:lvl3pPr>
              <a:defRPr sz="1200" b="0">
                <a:solidFill>
                  <a:srgbClr val="62615C"/>
                </a:solidFill>
                <a:latin typeface="Arial"/>
                <a:ea typeface="Arial"/>
                <a:cs typeface="Arial"/>
              </a:defRPr>
            </a:lvl3pPr>
            <a:lvl4pPr>
              <a:defRPr sz="1200" b="0">
                <a:solidFill>
                  <a:srgbClr val="62615C"/>
                </a:solidFill>
                <a:latin typeface="Arial"/>
                <a:ea typeface="Arial"/>
                <a:cs typeface="Arial"/>
              </a:defRPr>
            </a:lvl4pPr>
            <a:lvl5pPr>
              <a:defRPr sz="1200" b="0">
                <a:solidFill>
                  <a:srgbClr val="62615C"/>
                </a:solidFill>
                <a:latin typeface="Arial"/>
                <a:ea typeface="Arial"/>
                <a:cs typeface="Arial"/>
              </a:defRPr>
            </a:lvl5pPr>
            <a:lvl6pPr>
              <a:defRPr sz="1200" b="0">
                <a:solidFill>
                  <a:srgbClr val="62615C"/>
                </a:solidFill>
                <a:latin typeface="Arial"/>
                <a:ea typeface="Arial"/>
                <a:cs typeface="Arial"/>
              </a:defRPr>
            </a:lvl6pPr>
            <a:lvl7pPr>
              <a:defRPr sz="1200" b="0">
                <a:solidFill>
                  <a:srgbClr val="62615C"/>
                </a:solidFill>
                <a:latin typeface="Arial"/>
                <a:ea typeface="Arial"/>
                <a:cs typeface="Arial"/>
              </a:defRPr>
            </a:lvl7pPr>
            <a:lvl8pPr>
              <a:defRPr sz="1200" b="0">
                <a:solidFill>
                  <a:srgbClr val="62615C"/>
                </a:solidFill>
                <a:latin typeface="Arial"/>
                <a:ea typeface="Arial"/>
                <a:cs typeface="Arial"/>
              </a:defRPr>
            </a:lvl8pPr>
            <a:lvl9pPr>
              <a:defRPr sz="1200" b="0">
                <a:solidFill>
                  <a:srgbClr val="62615C"/>
                </a:solidFill>
                <a:latin typeface="Arial"/>
                <a:ea typeface="Arial"/>
                <a:cs typeface="Arial"/>
              </a:defRPr>
            </a:lvl9pPr>
          </a:lstStyle>
          <a:p xmlns:a="http://schemas.openxmlformats.org/drawingml/2006/main">
            <a:pPr>
              <a:defRPr sz="1200" b="0">
                <a:solidFill>
                  <a:srgbClr val="62615C"/>
                </a:solidFill>
                <a:latin typeface="Arial"/>
                <a:ea typeface="Arial"/>
                <a:cs typeface="Arial"/>
              </a:defRPr>
            </a:pPr>
            <a:r>
              <a:rPr sz="1200" b="0">
                <a:solidFill>
                  <a:srgbClr val="62615C"/>
                </a:solidFill>
                <a:latin typeface="Arial"/>
                <a:ea typeface="Arial"/>
                <a:cs typeface="Arial"/>
              </a:rPr>
              <a:t>* Cuero según el diccionario entregado. Validar descripción de SA6 640420. Valor/par = USD totales ÷ pares totales.</a:t>
            </a:r>
          </a:p>
        </p:txBody>
      </p:sp>
    </p:spTree>
    <p:extLst>
      <p:ext uri="{BB962C8B-B14F-4D97-AF65-F5344CB8AC3E}">
        <p14:creationId xmlns:p14="http://schemas.microsoft.com/office/powerpoint/2010/main" val="767745093"/>
      </p:ext>
    </p:extLst>
  </p:cSld>
</p:sld>
</file>

<file path=ppt/slides/slide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4D5069-7B4E-4A50-95F6-4D425DDC4256}"/>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7D263D"/>
                </a:solidFill>
                <a:latin typeface="Arial"/>
                <a:ea typeface="Arial"/>
                <a:cs typeface="Arial"/>
              </a:defRPr>
            </a:defPPr>
            <a:lvl1pPr>
              <a:defRPr sz="3300" b="1">
                <a:solidFill>
                  <a:srgbClr val="7D263D"/>
                </a:solidFill>
                <a:latin typeface="Arial"/>
                <a:ea typeface="Arial"/>
                <a:cs typeface="Arial"/>
              </a:defRPr>
            </a:lvl1pPr>
            <a:lvl2pPr>
              <a:defRPr sz="3300" b="1">
                <a:solidFill>
                  <a:srgbClr val="7D263D"/>
                </a:solidFill>
                <a:latin typeface="Arial"/>
                <a:ea typeface="Arial"/>
                <a:cs typeface="Arial"/>
              </a:defRPr>
            </a:lvl2pPr>
            <a:lvl3pPr>
              <a:defRPr sz="3300" b="1">
                <a:solidFill>
                  <a:srgbClr val="7D263D"/>
                </a:solidFill>
                <a:latin typeface="Arial"/>
                <a:ea typeface="Arial"/>
                <a:cs typeface="Arial"/>
              </a:defRPr>
            </a:lvl3pPr>
            <a:lvl4pPr>
              <a:defRPr sz="3300" b="1">
                <a:solidFill>
                  <a:srgbClr val="7D263D"/>
                </a:solidFill>
                <a:latin typeface="Arial"/>
                <a:ea typeface="Arial"/>
                <a:cs typeface="Arial"/>
              </a:defRPr>
            </a:lvl4pPr>
            <a:lvl5pPr>
              <a:defRPr sz="3300" b="1">
                <a:solidFill>
                  <a:srgbClr val="7D263D"/>
                </a:solidFill>
                <a:latin typeface="Arial"/>
                <a:ea typeface="Arial"/>
                <a:cs typeface="Arial"/>
              </a:defRPr>
            </a:lvl5pPr>
            <a:lvl6pPr>
              <a:defRPr sz="3300" b="1">
                <a:solidFill>
                  <a:srgbClr val="7D263D"/>
                </a:solidFill>
                <a:latin typeface="Arial"/>
                <a:ea typeface="Arial"/>
                <a:cs typeface="Arial"/>
              </a:defRPr>
            </a:lvl6pPr>
            <a:lvl7pPr>
              <a:defRPr sz="3300" b="1">
                <a:solidFill>
                  <a:srgbClr val="7D263D"/>
                </a:solidFill>
                <a:latin typeface="Arial"/>
                <a:ea typeface="Arial"/>
                <a:cs typeface="Arial"/>
              </a:defRPr>
            </a:lvl7pPr>
            <a:lvl8pPr>
              <a:defRPr sz="3300" b="1">
                <a:solidFill>
                  <a:srgbClr val="7D263D"/>
                </a:solidFill>
                <a:latin typeface="Arial"/>
                <a:ea typeface="Arial"/>
                <a:cs typeface="Arial"/>
              </a:defRPr>
            </a:lvl8pPr>
            <a:lvl9pPr>
              <a:defRPr sz="3300" b="1">
                <a:solidFill>
                  <a:srgbClr val="7D263D"/>
                </a:solidFill>
                <a:latin typeface="Arial"/>
                <a:ea typeface="Arial"/>
                <a:cs typeface="Arial"/>
              </a:defRPr>
            </a:lvl9pPr>
          </a:lstStyle>
          <a:p xmlns:a="http://schemas.openxmlformats.org/drawingml/2006/main">
            <a:pPr>
              <a:defRPr sz="3300" b="1">
                <a:solidFill>
                  <a:srgbClr val="7D263D"/>
                </a:solidFill>
                <a:latin typeface="Arial"/>
                <a:ea typeface="Arial"/>
                <a:cs typeface="Arial"/>
              </a:defRPr>
            </a:pPr>
            <a:r>
              <a:rPr sz="3300" b="1">
                <a:solidFill>
                  <a:srgbClr val="7D263D"/>
                </a:solidFill>
                <a:latin typeface="Arial"/>
                <a:ea typeface="Arial"/>
                <a:cs typeface="Arial"/>
              </a:rPr>
              <a:t>3. Propuesta estratégica</a:t>
            </a:r>
          </a:p>
        </p:txBody>
      </p:sp>
      <p:sp>
        <p:nvSpPr>
          <p:cNvPr id="2" name="">
            <a:extLst xmlns:a="http://schemas.openxmlformats.org/drawingml/2006/main">
              <a:ext uri="{FF2B5EF4-FFF2-40B4-BE49-F238E27FC236}">
                <a16:creationId xmlns:a16="http://schemas.microsoft.com/office/drawing/2014/main" id="{1C402478-41B9-461B-9DC9-C5C023887E8C}"/>
              </a:ext>
            </a:extLst>
          </p:cNvPr>
          <p:cNvSpPr>
            <a:spLocks xmlns:a="http://schemas.openxmlformats.org/drawingml/2006/main" noGrp="1"/>
          </p:cNvSpPr>
          <p:nvPr/>
        </p:nvSpPr>
        <p:spPr>
          <a:xfrm xmlns:a="http://schemas.openxmlformats.org/drawingml/2006/main">
            <a:off x="571500" y="10953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615C"/>
                </a:solidFill>
                <a:latin typeface="Arial"/>
                <a:ea typeface="Arial"/>
                <a:cs typeface="Arial"/>
              </a:defRPr>
            </a:defPPr>
            <a:lvl1pPr>
              <a:defRPr sz="1725" b="0">
                <a:solidFill>
                  <a:srgbClr val="62615C"/>
                </a:solidFill>
                <a:latin typeface="Arial"/>
                <a:ea typeface="Arial"/>
                <a:cs typeface="Arial"/>
              </a:defRPr>
            </a:lvl1pPr>
            <a:lvl2pPr>
              <a:defRPr sz="1725" b="0">
                <a:solidFill>
                  <a:srgbClr val="62615C"/>
                </a:solidFill>
                <a:latin typeface="Arial"/>
                <a:ea typeface="Arial"/>
                <a:cs typeface="Arial"/>
              </a:defRPr>
            </a:lvl2pPr>
            <a:lvl3pPr>
              <a:defRPr sz="1725" b="0">
                <a:solidFill>
                  <a:srgbClr val="62615C"/>
                </a:solidFill>
                <a:latin typeface="Arial"/>
                <a:ea typeface="Arial"/>
                <a:cs typeface="Arial"/>
              </a:defRPr>
            </a:lvl3pPr>
            <a:lvl4pPr>
              <a:defRPr sz="1725" b="0">
                <a:solidFill>
                  <a:srgbClr val="62615C"/>
                </a:solidFill>
                <a:latin typeface="Arial"/>
                <a:ea typeface="Arial"/>
                <a:cs typeface="Arial"/>
              </a:defRPr>
            </a:lvl4pPr>
            <a:lvl5pPr>
              <a:defRPr sz="1725" b="0">
                <a:solidFill>
                  <a:srgbClr val="62615C"/>
                </a:solidFill>
                <a:latin typeface="Arial"/>
                <a:ea typeface="Arial"/>
                <a:cs typeface="Arial"/>
              </a:defRPr>
            </a:lvl5pPr>
            <a:lvl6pPr>
              <a:defRPr sz="1725" b="0">
                <a:solidFill>
                  <a:srgbClr val="62615C"/>
                </a:solidFill>
                <a:latin typeface="Arial"/>
                <a:ea typeface="Arial"/>
                <a:cs typeface="Arial"/>
              </a:defRPr>
            </a:lvl6pPr>
            <a:lvl7pPr>
              <a:defRPr sz="1725" b="0">
                <a:solidFill>
                  <a:srgbClr val="62615C"/>
                </a:solidFill>
                <a:latin typeface="Arial"/>
                <a:ea typeface="Arial"/>
                <a:cs typeface="Arial"/>
              </a:defRPr>
            </a:lvl7pPr>
            <a:lvl8pPr>
              <a:defRPr sz="1725" b="0">
                <a:solidFill>
                  <a:srgbClr val="62615C"/>
                </a:solidFill>
                <a:latin typeface="Arial"/>
                <a:ea typeface="Arial"/>
                <a:cs typeface="Arial"/>
              </a:defRPr>
            </a:lvl8pPr>
            <a:lvl9pPr>
              <a:defRPr sz="1725" b="0">
                <a:solidFill>
                  <a:srgbClr val="62615C"/>
                </a:solidFill>
                <a:latin typeface="Arial"/>
                <a:ea typeface="Arial"/>
                <a:cs typeface="Arial"/>
              </a:defRPr>
            </a:lvl9pPr>
          </a:lstStyle>
          <a:p xmlns:a="http://schemas.openxmlformats.org/drawingml/2006/main">
            <a:pPr>
              <a:defRPr sz="1725" b="0">
                <a:solidFill>
                  <a:srgbClr val="62615C"/>
                </a:solidFill>
                <a:latin typeface="Arial"/>
                <a:ea typeface="Arial"/>
                <a:cs typeface="Arial"/>
              </a:defRPr>
            </a:pPr>
            <a:r>
              <a:rPr sz="1725" b="0">
                <a:solidFill>
                  <a:srgbClr val="62615C"/>
                </a:solidFill>
                <a:latin typeface="Arial"/>
                <a:ea typeface="Arial"/>
                <a:cs typeface="Arial"/>
              </a:rPr>
              <a:t>Tablero de inteligencia de negocios (BI)</a:t>
            </a:r>
          </a:p>
        </p:txBody>
      </p:sp>
      <p:sp>
        <p:nvSpPr>
          <p:cNvPr id="3" name="">
            <a:extLst xmlns:a="http://schemas.openxmlformats.org/drawingml/2006/main">
              <a:ext uri="{FF2B5EF4-FFF2-40B4-BE49-F238E27FC236}">
                <a16:creationId xmlns:a16="http://schemas.microsoft.com/office/drawing/2014/main" id="{04C562C1-8070-41B3-8A72-A287BD0C9579}"/>
              </a:ext>
            </a:extLst>
          </p:cNvPr>
          <p:cNvSpPr>
            <a:spLocks xmlns:a="http://schemas.openxmlformats.org/drawingml/2006/main" noGrp="1"/>
          </p:cNvSpPr>
          <p:nvPr/>
        </p:nvSpPr>
        <p:spPr>
          <a:xfrm xmlns:a="http://schemas.openxmlformats.org/drawingml/2006/main">
            <a:off x="571500" y="64674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15C"/>
                </a:solidFill>
                <a:latin typeface="Arial"/>
                <a:ea typeface="Arial"/>
                <a:cs typeface="Arial"/>
              </a:defRPr>
            </a:defPPr>
            <a:lvl1pPr>
              <a:defRPr sz="1125" b="0">
                <a:solidFill>
                  <a:srgbClr val="62615C"/>
                </a:solidFill>
                <a:latin typeface="Arial"/>
                <a:ea typeface="Arial"/>
                <a:cs typeface="Arial"/>
              </a:defRPr>
            </a:lvl1pPr>
            <a:lvl2pPr>
              <a:defRPr sz="1125" b="0">
                <a:solidFill>
                  <a:srgbClr val="62615C"/>
                </a:solidFill>
                <a:latin typeface="Arial"/>
                <a:ea typeface="Arial"/>
                <a:cs typeface="Arial"/>
              </a:defRPr>
            </a:lvl2pPr>
            <a:lvl3pPr>
              <a:defRPr sz="1125" b="0">
                <a:solidFill>
                  <a:srgbClr val="62615C"/>
                </a:solidFill>
                <a:latin typeface="Arial"/>
                <a:ea typeface="Arial"/>
                <a:cs typeface="Arial"/>
              </a:defRPr>
            </a:lvl3pPr>
            <a:lvl4pPr>
              <a:defRPr sz="1125" b="0">
                <a:solidFill>
                  <a:srgbClr val="62615C"/>
                </a:solidFill>
                <a:latin typeface="Arial"/>
                <a:ea typeface="Arial"/>
                <a:cs typeface="Arial"/>
              </a:defRPr>
            </a:lvl4pPr>
            <a:lvl5pPr>
              <a:defRPr sz="1125" b="0">
                <a:solidFill>
                  <a:srgbClr val="62615C"/>
                </a:solidFill>
                <a:latin typeface="Arial"/>
                <a:ea typeface="Arial"/>
                <a:cs typeface="Arial"/>
              </a:defRPr>
            </a:lvl5pPr>
            <a:lvl6pPr>
              <a:defRPr sz="1125" b="0">
                <a:solidFill>
                  <a:srgbClr val="62615C"/>
                </a:solidFill>
                <a:latin typeface="Arial"/>
                <a:ea typeface="Arial"/>
                <a:cs typeface="Arial"/>
              </a:defRPr>
            </a:lvl6pPr>
            <a:lvl7pPr>
              <a:defRPr sz="1125" b="0">
                <a:solidFill>
                  <a:srgbClr val="62615C"/>
                </a:solidFill>
                <a:latin typeface="Arial"/>
                <a:ea typeface="Arial"/>
                <a:cs typeface="Arial"/>
              </a:defRPr>
            </a:lvl7pPr>
            <a:lvl8pPr>
              <a:defRPr sz="1125" b="0">
                <a:solidFill>
                  <a:srgbClr val="62615C"/>
                </a:solidFill>
                <a:latin typeface="Arial"/>
                <a:ea typeface="Arial"/>
                <a:cs typeface="Arial"/>
              </a:defRPr>
            </a:lvl8pPr>
            <a:lvl9pPr>
              <a:defRPr sz="1125" b="0">
                <a:solidFill>
                  <a:srgbClr val="62615C"/>
                </a:solidFill>
                <a:latin typeface="Arial"/>
                <a:ea typeface="Arial"/>
                <a:cs typeface="Arial"/>
              </a:defRPr>
            </a:lvl9pPr>
          </a:lstStyle>
          <a:p xmlns:a="http://schemas.openxmlformats.org/drawingml/2006/main">
            <a:pPr>
              <a:defRPr sz="1125" b="0">
                <a:solidFill>
                  <a:srgbClr val="62615C"/>
                </a:solidFill>
                <a:latin typeface="Arial"/>
                <a:ea typeface="Arial"/>
                <a:cs typeface="Arial"/>
              </a:defRPr>
            </a:pPr>
            <a:r>
              <a:rPr sz="1125" b="0">
                <a:solidFill>
                  <a:srgbClr val="62615C"/>
                </a:solidFill>
                <a:latin typeface="Arial"/>
                <a:ea typeface="Arial"/>
                <a:cs typeface="Arial"/>
              </a:rPr>
              <a:t>MANACO   /   Defensa ejecutiva individual</a:t>
            </a:r>
          </a:p>
        </p:txBody>
      </p:sp>
      <p:sp>
        <p:nvSpPr>
          <p:cNvPr id="4" name="">
            <a:extLst xmlns:a="http://schemas.openxmlformats.org/drawingml/2006/main">
              <a:ext uri="{FF2B5EF4-FFF2-40B4-BE49-F238E27FC236}">
                <a16:creationId xmlns:a16="http://schemas.microsoft.com/office/drawing/2014/main" id="{EDB65E6F-B339-45FB-AAA1-8ABAB4E60907}"/>
              </a:ext>
            </a:extLst>
          </p:cNvPr>
          <p:cNvSpPr>
            <a:spLocks xmlns:a="http://schemas.openxmlformats.org/drawingml/2006/main" noGrp="1"/>
          </p:cNvSpPr>
          <p:nvPr/>
        </p:nvSpPr>
        <p:spPr>
          <a:xfrm xmlns:a="http://schemas.openxmlformats.org/drawingml/2006/main">
            <a:off x="11144250" y="64674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15C"/>
                </a:solidFill>
                <a:latin typeface="Arial"/>
                <a:ea typeface="Arial"/>
                <a:cs typeface="Arial"/>
              </a:defRPr>
            </a:defPPr>
            <a:lvl1pPr>
              <a:defRPr sz="1125" b="0">
                <a:solidFill>
                  <a:srgbClr val="62615C"/>
                </a:solidFill>
                <a:latin typeface="Arial"/>
                <a:ea typeface="Arial"/>
                <a:cs typeface="Arial"/>
              </a:defRPr>
            </a:lvl1pPr>
            <a:lvl2pPr>
              <a:defRPr sz="1125" b="0">
                <a:solidFill>
                  <a:srgbClr val="62615C"/>
                </a:solidFill>
                <a:latin typeface="Arial"/>
                <a:ea typeface="Arial"/>
                <a:cs typeface="Arial"/>
              </a:defRPr>
            </a:lvl2pPr>
            <a:lvl3pPr>
              <a:defRPr sz="1125" b="0">
                <a:solidFill>
                  <a:srgbClr val="62615C"/>
                </a:solidFill>
                <a:latin typeface="Arial"/>
                <a:ea typeface="Arial"/>
                <a:cs typeface="Arial"/>
              </a:defRPr>
            </a:lvl3pPr>
            <a:lvl4pPr>
              <a:defRPr sz="1125" b="0">
                <a:solidFill>
                  <a:srgbClr val="62615C"/>
                </a:solidFill>
                <a:latin typeface="Arial"/>
                <a:ea typeface="Arial"/>
                <a:cs typeface="Arial"/>
              </a:defRPr>
            </a:lvl4pPr>
            <a:lvl5pPr>
              <a:defRPr sz="1125" b="0">
                <a:solidFill>
                  <a:srgbClr val="62615C"/>
                </a:solidFill>
                <a:latin typeface="Arial"/>
                <a:ea typeface="Arial"/>
                <a:cs typeface="Arial"/>
              </a:defRPr>
            </a:lvl5pPr>
            <a:lvl6pPr>
              <a:defRPr sz="1125" b="0">
                <a:solidFill>
                  <a:srgbClr val="62615C"/>
                </a:solidFill>
                <a:latin typeface="Arial"/>
                <a:ea typeface="Arial"/>
                <a:cs typeface="Arial"/>
              </a:defRPr>
            </a:lvl6pPr>
            <a:lvl7pPr>
              <a:defRPr sz="1125" b="0">
                <a:solidFill>
                  <a:srgbClr val="62615C"/>
                </a:solidFill>
                <a:latin typeface="Arial"/>
                <a:ea typeface="Arial"/>
                <a:cs typeface="Arial"/>
              </a:defRPr>
            </a:lvl7pPr>
            <a:lvl8pPr>
              <a:defRPr sz="1125" b="0">
                <a:solidFill>
                  <a:srgbClr val="62615C"/>
                </a:solidFill>
                <a:latin typeface="Arial"/>
                <a:ea typeface="Arial"/>
                <a:cs typeface="Arial"/>
              </a:defRPr>
            </a:lvl8pPr>
            <a:lvl9pPr>
              <a:defRPr sz="1125" b="0">
                <a:solidFill>
                  <a:srgbClr val="62615C"/>
                </a:solidFill>
                <a:latin typeface="Arial"/>
                <a:ea typeface="Arial"/>
                <a:cs typeface="Arial"/>
              </a:defRPr>
            </a:lvl9pPr>
          </a:lstStyle>
          <a:p xmlns:a="http://schemas.openxmlformats.org/drawingml/2006/main">
            <a:pPr>
              <a:defRPr sz="1125" b="0">
                <a:solidFill>
                  <a:srgbClr val="62615C"/>
                </a:solidFill>
                <a:latin typeface="Arial"/>
                <a:ea typeface="Arial"/>
                <a:cs typeface="Arial"/>
              </a:defRPr>
            </a:pPr>
            <a:r>
              <a:rPr sz="1125" b="0">
                <a:solidFill>
                  <a:srgbClr val="62615C"/>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72FCB14-100A-4A1B-AC97-580798597C24}"/>
              </a:ext>
            </a:extLst>
          </p:cNvPr>
          <p:cNvSpPr>
            <a:spLocks xmlns:a="http://schemas.openxmlformats.org/drawingml/2006/main" noGrp="1"/>
          </p:cNvSpPr>
          <p:nvPr/>
        </p:nvSpPr>
        <p:spPr>
          <a:xfrm xmlns:a="http://schemas.openxmlformats.org/drawingml/2006/main">
            <a:off x="571500" y="188595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7D263D"/>
                </a:solidFill>
                <a:latin typeface="Arial"/>
                <a:ea typeface="Arial"/>
                <a:cs typeface="Arial"/>
              </a:defRPr>
            </a:defPPr>
            <a:lvl1pPr>
              <a:defRPr sz="2550" b="1">
                <a:solidFill>
                  <a:srgbClr val="7D263D"/>
                </a:solidFill>
                <a:latin typeface="Arial"/>
                <a:ea typeface="Arial"/>
                <a:cs typeface="Arial"/>
              </a:defRPr>
            </a:lvl1pPr>
            <a:lvl2pPr>
              <a:defRPr sz="2550" b="1">
                <a:solidFill>
                  <a:srgbClr val="7D263D"/>
                </a:solidFill>
                <a:latin typeface="Arial"/>
                <a:ea typeface="Arial"/>
                <a:cs typeface="Arial"/>
              </a:defRPr>
            </a:lvl2pPr>
            <a:lvl3pPr>
              <a:defRPr sz="2550" b="1">
                <a:solidFill>
                  <a:srgbClr val="7D263D"/>
                </a:solidFill>
                <a:latin typeface="Arial"/>
                <a:ea typeface="Arial"/>
                <a:cs typeface="Arial"/>
              </a:defRPr>
            </a:lvl3pPr>
            <a:lvl4pPr>
              <a:defRPr sz="2550" b="1">
                <a:solidFill>
                  <a:srgbClr val="7D263D"/>
                </a:solidFill>
                <a:latin typeface="Arial"/>
                <a:ea typeface="Arial"/>
                <a:cs typeface="Arial"/>
              </a:defRPr>
            </a:lvl4pPr>
            <a:lvl5pPr>
              <a:defRPr sz="2550" b="1">
                <a:solidFill>
                  <a:srgbClr val="7D263D"/>
                </a:solidFill>
                <a:latin typeface="Arial"/>
                <a:ea typeface="Arial"/>
                <a:cs typeface="Arial"/>
              </a:defRPr>
            </a:lvl5pPr>
            <a:lvl6pPr>
              <a:defRPr sz="2550" b="1">
                <a:solidFill>
                  <a:srgbClr val="7D263D"/>
                </a:solidFill>
                <a:latin typeface="Arial"/>
                <a:ea typeface="Arial"/>
                <a:cs typeface="Arial"/>
              </a:defRPr>
            </a:lvl6pPr>
            <a:lvl7pPr>
              <a:defRPr sz="2550" b="1">
                <a:solidFill>
                  <a:srgbClr val="7D263D"/>
                </a:solidFill>
                <a:latin typeface="Arial"/>
                <a:ea typeface="Arial"/>
                <a:cs typeface="Arial"/>
              </a:defRPr>
            </a:lvl7pPr>
            <a:lvl8pPr>
              <a:defRPr sz="2550" b="1">
                <a:solidFill>
                  <a:srgbClr val="7D263D"/>
                </a:solidFill>
                <a:latin typeface="Arial"/>
                <a:ea typeface="Arial"/>
                <a:cs typeface="Arial"/>
              </a:defRPr>
            </a:lvl8pPr>
            <a:lvl9pPr>
              <a:defRPr sz="2550" b="1">
                <a:solidFill>
                  <a:srgbClr val="7D263D"/>
                </a:solidFill>
                <a:latin typeface="Arial"/>
                <a:ea typeface="Arial"/>
                <a:cs typeface="Arial"/>
              </a:defRPr>
            </a:lvl9pPr>
          </a:lstStyle>
          <a:p xmlns:a="http://schemas.openxmlformats.org/drawingml/2006/main">
            <a:pPr>
              <a:defRPr sz="2550" b="1">
                <a:solidFill>
                  <a:srgbClr val="7D263D"/>
                </a:solidFill>
                <a:latin typeface="Arial"/>
                <a:ea typeface="Arial"/>
                <a:cs typeface="Arial"/>
              </a:defRPr>
            </a:pPr>
            <a:r>
              <a:rPr sz="2550" b="1">
                <a:solidFill>
                  <a:srgbClr val="7D263D"/>
                </a:solidFill>
                <a:latin typeface="Arial"/>
                <a:ea typeface="Arial"/>
                <a:cs typeface="Arial"/>
              </a:rPr>
              <a:t>Ventas    Inventario    Transporte    Devoluciones</a:t>
            </a:r>
          </a:p>
        </p:txBody>
      </p:sp>
      <p:sp>
        <p:nvSpPr>
          <p:cNvPr id="6" name="">
            <a:extLst xmlns:a="http://schemas.openxmlformats.org/drawingml/2006/main">
              <a:ext uri="{FF2B5EF4-FFF2-40B4-BE49-F238E27FC236}">
                <a16:creationId xmlns:a16="http://schemas.microsoft.com/office/drawing/2014/main" id="{5C6A310E-E298-4857-96EA-4ED7988EF567}"/>
              </a:ext>
            </a:extLst>
          </p:cNvPr>
          <p:cNvSpPr>
            <a:spLocks xmlns:a="http://schemas.openxmlformats.org/drawingml/2006/main" noGrp="1"/>
          </p:cNvSpPr>
          <p:nvPr/>
        </p:nvSpPr>
        <p:spPr>
          <a:xfrm xmlns:a="http://schemas.openxmlformats.org/drawingml/2006/main">
            <a:off x="571500" y="268605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2626"/>
                </a:solidFill>
                <a:latin typeface="Arial"/>
                <a:ea typeface="Arial"/>
                <a:cs typeface="Arial"/>
              </a:defRPr>
            </a:defPPr>
            <a:lvl1pPr>
              <a:defRPr sz="2100" b="0">
                <a:solidFill>
                  <a:srgbClr val="262626"/>
                </a:solidFill>
                <a:latin typeface="Arial"/>
                <a:ea typeface="Arial"/>
                <a:cs typeface="Arial"/>
              </a:defRPr>
            </a:lvl1pPr>
            <a:lvl2pPr>
              <a:defRPr sz="2100" b="0">
                <a:solidFill>
                  <a:srgbClr val="262626"/>
                </a:solidFill>
                <a:latin typeface="Arial"/>
                <a:ea typeface="Arial"/>
                <a:cs typeface="Arial"/>
              </a:defRPr>
            </a:lvl2pPr>
            <a:lvl3pPr>
              <a:defRPr sz="2100" b="0">
                <a:solidFill>
                  <a:srgbClr val="262626"/>
                </a:solidFill>
                <a:latin typeface="Arial"/>
                <a:ea typeface="Arial"/>
                <a:cs typeface="Arial"/>
              </a:defRPr>
            </a:lvl3pPr>
            <a:lvl4pPr>
              <a:defRPr sz="2100" b="0">
                <a:solidFill>
                  <a:srgbClr val="262626"/>
                </a:solidFill>
                <a:latin typeface="Arial"/>
                <a:ea typeface="Arial"/>
                <a:cs typeface="Arial"/>
              </a:defRPr>
            </a:lvl4pPr>
            <a:lvl5pPr>
              <a:defRPr sz="2100" b="0">
                <a:solidFill>
                  <a:srgbClr val="262626"/>
                </a:solidFill>
                <a:latin typeface="Arial"/>
                <a:ea typeface="Arial"/>
                <a:cs typeface="Arial"/>
              </a:defRPr>
            </a:lvl5pPr>
            <a:lvl6pPr>
              <a:defRPr sz="2100" b="0">
                <a:solidFill>
                  <a:srgbClr val="262626"/>
                </a:solidFill>
                <a:latin typeface="Arial"/>
                <a:ea typeface="Arial"/>
                <a:cs typeface="Arial"/>
              </a:defRPr>
            </a:lvl6pPr>
            <a:lvl7pPr>
              <a:defRPr sz="2100" b="0">
                <a:solidFill>
                  <a:srgbClr val="262626"/>
                </a:solidFill>
                <a:latin typeface="Arial"/>
                <a:ea typeface="Arial"/>
                <a:cs typeface="Arial"/>
              </a:defRPr>
            </a:lvl7pPr>
            <a:lvl8pPr>
              <a:defRPr sz="2100" b="0">
                <a:solidFill>
                  <a:srgbClr val="262626"/>
                </a:solidFill>
                <a:latin typeface="Arial"/>
                <a:ea typeface="Arial"/>
                <a:cs typeface="Arial"/>
              </a:defRPr>
            </a:lvl8pPr>
            <a:lvl9pPr>
              <a:defRPr sz="2100" b="0">
                <a:solidFill>
                  <a:srgbClr val="262626"/>
                </a:solidFill>
                <a:latin typeface="Arial"/>
                <a:ea typeface="Arial"/>
                <a:cs typeface="Arial"/>
              </a:defRPr>
            </a:lvl9pPr>
          </a:lstStyle>
          <a:p xmlns:a="http://schemas.openxmlformats.org/drawingml/2006/main">
            <a:pPr>
              <a:defRPr sz="2100" b="0">
                <a:solidFill>
                  <a:srgbClr val="262626"/>
                </a:solidFill>
                <a:latin typeface="Arial"/>
                <a:ea typeface="Arial"/>
                <a:cs typeface="Arial"/>
              </a:defRPr>
            </a:pPr>
            <a:r>
              <a:rPr sz="2100" b="0">
                <a:solidFill>
                  <a:srgbClr val="262626"/>
                </a:solidFill>
                <a:latin typeface="Arial"/>
                <a:ea typeface="Arial"/>
                <a:cs typeface="Arial"/>
              </a:rPr>
              <a:t>Alertas cuando un modelo se vende bien y quedan pocas unidades.</a:t>
            </a:r>
          </a:p>
        </p:txBody>
      </p:sp>
      <p:graphicFrame>
        <p:nvGraphicFramePr>
          <p:cNvPr id="7" name="">
            <a:extLst xmlns:a="http://schemas.openxmlformats.org/drawingml/2006/main">
              <a:ext uri="{FF2B5EF4-FFF2-40B4-BE49-F238E27FC236}">
                <a16:creationId xmlns:a16="http://schemas.microsoft.com/office/drawing/2014/main" id="{E5F5A4AA-F404-4D18-A054-ACEF03D6936E}"/>
              </a:ext>
            </a:extLst>
          </p:cNvPr>
          <p:cNvGraphicFramePr/>
          <p:nvPr/>
        </p:nvGraphicFramePr>
        <p:xfrm>
          <a:off xmlns:a="http://schemas.openxmlformats.org/drawingml/2006/main" x="571500" y="3733800"/>
          <a:ext xmlns:a="http://schemas.openxmlformats.org/drawingml/2006/main" cx="11049000" cy="2190750"/>
        </p:xfrm>
        <a:graphic xmlns:a="http://schemas.openxmlformats.org/drawingml/2006/main">
          <a:graphicData uri="http://schemas.openxmlformats.org/drawingml/2006/table">
            <a:tbl>
              <a:tblPr/>
              <a:tblGrid>
                <a:gridCol w="1905000"/>
                <a:gridCol w="6572250"/>
                <a:gridCol w="2571750"/>
              </a:tblGrid>
              <a:tr h="547688">
                <a:tc>
                  <a:txBody>
                    <a:bodyPr/>
                    <a:lstStyle/>
                    <a:p>
                      <a:r>
                        <a:rPr sz="1650" b="1">
                          <a:solidFill>
                            <a:srgbClr val="FFFFFF"/>
                          </a:solidFill>
                          <a:latin typeface="Arial"/>
                          <a:ea typeface="Arial"/>
                          <a:cs typeface="Arial"/>
                        </a:rPr>
                        <a:t>Plazo</a:t>
                      </a:r>
                    </a:p>
                  </a:txBody>
                  <a:tcPr marL="91440" marR="91440" marT="45720" marB="45720">
                    <a:lnL w="4763">
                      <a:solidFill>
                        <a:srgbClr val="D8D3C9"/>
                      </a:solidFill>
                      <a:prstDash val="solid"/>
                    </a:lnL>
                    <a:lnR w="4763">
                      <a:solidFill>
                        <a:srgbClr val="D8D3C9"/>
                      </a:solidFill>
                      <a:prstDash val="solid"/>
                    </a:lnR>
                    <a:lnT w="4763">
                      <a:solidFill>
                        <a:srgbClr val="D8D3C9"/>
                      </a:solidFill>
                      <a:prstDash val="solid"/>
                    </a:lnT>
                    <a:lnB w="4763">
                      <a:solidFill>
                        <a:srgbClr val="D8D3C9"/>
                      </a:solidFill>
                      <a:prstDash val="solid"/>
                    </a:lnB>
                    <a:solidFill>
                      <a:srgbClr val="7D263D"/>
                    </a:solidFill>
                  </a:tcPr>
                </a:tc>
                <a:tc>
                  <a:txBody>
                    <a:bodyPr/>
                    <a:lstStyle/>
                    <a:p>
                      <a:r>
                        <a:rPr sz="1650" b="1">
                          <a:solidFill>
                            <a:srgbClr val="FFFFFF"/>
                          </a:solidFill>
                          <a:latin typeface="Arial"/>
                          <a:ea typeface="Arial"/>
                          <a:cs typeface="Arial"/>
                        </a:rPr>
                        <a:t>Objetivo</a:t>
                      </a:r>
                    </a:p>
                  </a:txBody>
                  <a:tcPr marL="91440" marR="91440" marT="45720" marB="45720">
                    <a:lnR w="4763">
                      <a:solidFill>
                        <a:srgbClr val="D8D3C9"/>
                      </a:solidFill>
                      <a:prstDash val="solid"/>
                    </a:lnR>
                    <a:lnT w="4763">
                      <a:solidFill>
                        <a:srgbClr val="D8D3C9"/>
                      </a:solidFill>
                      <a:prstDash val="solid"/>
                    </a:lnT>
                    <a:lnB w="4763">
                      <a:solidFill>
                        <a:srgbClr val="D8D3C9"/>
                      </a:solidFill>
                      <a:prstDash val="solid"/>
                    </a:lnB>
                    <a:solidFill>
                      <a:srgbClr val="7D263D"/>
                    </a:solidFill>
                  </a:tcPr>
                </a:tc>
                <a:tc>
                  <a:txBody>
                    <a:bodyPr/>
                    <a:lstStyle/>
                    <a:p>
                      <a:r>
                        <a:rPr sz="1650" b="1">
                          <a:solidFill>
                            <a:srgbClr val="FFFFFF"/>
                          </a:solidFill>
                          <a:latin typeface="Arial"/>
                          <a:ea typeface="Arial"/>
                          <a:cs typeface="Arial"/>
                        </a:rPr>
                        <a:t>Meta</a:t>
                      </a:r>
                    </a:p>
                  </a:txBody>
                  <a:tcPr marL="91440" marR="91440" marT="45720" marB="45720">
                    <a:lnR w="4763">
                      <a:solidFill>
                        <a:srgbClr val="D8D3C9"/>
                      </a:solidFill>
                      <a:prstDash val="solid"/>
                    </a:lnR>
                    <a:lnT w="4763">
                      <a:solidFill>
                        <a:srgbClr val="D8D3C9"/>
                      </a:solidFill>
                      <a:prstDash val="solid"/>
                    </a:lnT>
                    <a:lnB w="4763">
                      <a:solidFill>
                        <a:srgbClr val="D8D3C9"/>
                      </a:solidFill>
                      <a:prstDash val="solid"/>
                    </a:lnB>
                    <a:solidFill>
                      <a:srgbClr val="7D263D"/>
                    </a:solidFill>
                  </a:tcPr>
                </a:tc>
              </a:tr>
              <a:tr h="547688">
                <a:tc>
                  <a:txBody>
                    <a:bodyPr/>
                    <a:lstStyle/>
                    <a:p>
                      <a:r>
                        <a:rPr sz="1725" b="0">
                          <a:solidFill>
                            <a:srgbClr val="262626"/>
                          </a:solidFill>
                          <a:latin typeface="Arial"/>
                          <a:ea typeface="Arial"/>
                          <a:cs typeface="Arial"/>
                        </a:rPr>
                        <a:t>Año 1</a:t>
                      </a:r>
                    </a:p>
                  </a:txBody>
                  <a:tcPr marL="91440" marR="91440" marT="45720" marB="45720">
                    <a:lnL w="4763">
                      <a:solidFill>
                        <a:srgbClr val="D8D3C9"/>
                      </a:solidFill>
                      <a:prstDash val="solid"/>
                    </a:lnL>
                    <a:lnR w="4763">
                      <a:solidFill>
                        <a:srgbClr val="D8D3C9"/>
                      </a:solidFill>
                      <a:prstDash val="solid"/>
                    </a:lnR>
                    <a:lnB w="4763">
                      <a:solidFill>
                        <a:srgbClr val="D8D3C9"/>
                      </a:solidFill>
                      <a:prstDash val="solid"/>
                    </a:lnB>
                    <a:solidFill>
                      <a:srgbClr val="F0ECE3"/>
                    </a:solidFill>
                  </a:tcPr>
                </a:tc>
                <a:tc>
                  <a:txBody>
                    <a:bodyPr/>
                    <a:lstStyle/>
                    <a:p>
                      <a:r>
                        <a:rPr sz="1725" b="0">
                          <a:solidFill>
                            <a:srgbClr val="262626"/>
                          </a:solidFill>
                          <a:latin typeface="Arial"/>
                          <a:ea typeface="Arial"/>
                          <a:cs typeface="Arial"/>
                        </a:rPr>
                        <a:t>Menos productos agotados</a:t>
                      </a:r>
                    </a:p>
                  </a:txBody>
                  <a:tcPr marL="91440" marR="91440" marT="45720" marB="45720">
                    <a:lnR w="4763">
                      <a:solidFill>
                        <a:srgbClr val="D8D3C9"/>
                      </a:solidFill>
                      <a:prstDash val="solid"/>
                    </a:lnR>
                    <a:lnB w="4763">
                      <a:solidFill>
                        <a:srgbClr val="D8D3C9"/>
                      </a:solidFill>
                      <a:prstDash val="solid"/>
                    </a:lnB>
                    <a:solidFill>
                      <a:srgbClr val="F0ECE3"/>
                    </a:solidFill>
                  </a:tcPr>
                </a:tc>
                <a:tc>
                  <a:txBody>
                    <a:bodyPr/>
                    <a:lstStyle/>
                    <a:p>
                      <a:r>
                        <a:rPr sz="1725" b="0">
                          <a:solidFill>
                            <a:srgbClr val="262626"/>
                          </a:solidFill>
                          <a:latin typeface="Arial"/>
                          <a:ea typeface="Arial"/>
                          <a:cs typeface="Arial"/>
                        </a:rPr>
                        <a:t>−15%</a:t>
                      </a:r>
                    </a:p>
                  </a:txBody>
                  <a:tcPr marL="91440" marR="91440" marT="45720" marB="45720">
                    <a:lnR w="4763">
                      <a:solidFill>
                        <a:srgbClr val="D8D3C9"/>
                      </a:solidFill>
                      <a:prstDash val="solid"/>
                    </a:lnR>
                    <a:lnB w="4763">
                      <a:solidFill>
                        <a:srgbClr val="D8D3C9"/>
                      </a:solidFill>
                      <a:prstDash val="solid"/>
                    </a:lnB>
                    <a:solidFill>
                      <a:srgbClr val="F0ECE3"/>
                    </a:solidFill>
                  </a:tcPr>
                </a:tc>
              </a:tr>
              <a:tr h="547688">
                <a:tc>
                  <a:txBody>
                    <a:bodyPr/>
                    <a:lstStyle/>
                    <a:p>
                      <a:r>
                        <a:rPr sz="1725" b="0">
                          <a:solidFill>
                            <a:srgbClr val="262626"/>
                          </a:solidFill>
                          <a:latin typeface="Arial"/>
                          <a:ea typeface="Arial"/>
                          <a:cs typeface="Arial"/>
                        </a:rPr>
                        <a:t>Año 2</a:t>
                      </a:r>
                    </a:p>
                  </a:txBody>
                  <a:tcPr marL="91440" marR="91440" marT="45720" marB="45720">
                    <a:lnL w="4763">
                      <a:solidFill>
                        <a:srgbClr val="D8D3C9"/>
                      </a:solidFill>
                      <a:prstDash val="solid"/>
                    </a:lnL>
                    <a:lnR w="4763">
                      <a:solidFill>
                        <a:srgbClr val="D8D3C9"/>
                      </a:solidFill>
                      <a:prstDash val="solid"/>
                    </a:lnR>
                    <a:lnB w="4763">
                      <a:solidFill>
                        <a:srgbClr val="D8D3C9"/>
                      </a:solidFill>
                      <a:prstDash val="solid"/>
                    </a:lnB>
                    <a:solidFill>
                      <a:srgbClr val="FAF8F2"/>
                    </a:solidFill>
                  </a:tcPr>
                </a:tc>
                <a:tc>
                  <a:txBody>
                    <a:bodyPr/>
                    <a:lstStyle/>
                    <a:p>
                      <a:r>
                        <a:rPr sz="1725" b="0">
                          <a:solidFill>
                            <a:srgbClr val="262626"/>
                          </a:solidFill>
                          <a:latin typeface="Arial"/>
                          <a:ea typeface="Arial"/>
                          <a:cs typeface="Arial"/>
                        </a:rPr>
                        <a:t>Menor transporte por par</a:t>
                      </a:r>
                    </a:p>
                  </a:txBody>
                  <a:tcPr marL="91440" marR="91440" marT="45720" marB="45720">
                    <a:lnR w="4763">
                      <a:solidFill>
                        <a:srgbClr val="D8D3C9"/>
                      </a:solidFill>
                      <a:prstDash val="solid"/>
                    </a:lnR>
                    <a:lnB w="4763">
                      <a:solidFill>
                        <a:srgbClr val="D8D3C9"/>
                      </a:solidFill>
                      <a:prstDash val="solid"/>
                    </a:lnB>
                    <a:solidFill>
                      <a:srgbClr val="FAF8F2"/>
                    </a:solidFill>
                  </a:tcPr>
                </a:tc>
                <a:tc>
                  <a:txBody>
                    <a:bodyPr/>
                    <a:lstStyle/>
                    <a:p>
                      <a:r>
                        <a:rPr sz="1725" b="0">
                          <a:solidFill>
                            <a:srgbClr val="262626"/>
                          </a:solidFill>
                          <a:latin typeface="Arial"/>
                          <a:ea typeface="Arial"/>
                          <a:cs typeface="Arial"/>
                        </a:rPr>
                        <a:t>−10%</a:t>
                      </a:r>
                    </a:p>
                  </a:txBody>
                  <a:tcPr marL="91440" marR="91440" marT="45720" marB="45720">
                    <a:lnR w="4763">
                      <a:solidFill>
                        <a:srgbClr val="D8D3C9"/>
                      </a:solidFill>
                      <a:prstDash val="solid"/>
                    </a:lnR>
                    <a:lnB w="4763">
                      <a:solidFill>
                        <a:srgbClr val="D8D3C9"/>
                      </a:solidFill>
                      <a:prstDash val="solid"/>
                    </a:lnB>
                    <a:solidFill>
                      <a:srgbClr val="FAF8F2"/>
                    </a:solidFill>
                  </a:tcPr>
                </a:tc>
              </a:tr>
              <a:tr h="547688">
                <a:tc>
                  <a:txBody>
                    <a:bodyPr/>
                    <a:lstStyle/>
                    <a:p>
                      <a:r>
                        <a:rPr sz="1725" b="0">
                          <a:solidFill>
                            <a:srgbClr val="262626"/>
                          </a:solidFill>
                          <a:latin typeface="Arial"/>
                          <a:ea typeface="Arial"/>
                          <a:cs typeface="Arial"/>
                        </a:rPr>
                        <a:t>Año 3</a:t>
                      </a:r>
                    </a:p>
                  </a:txBody>
                  <a:tcPr marL="91440" marR="91440" marT="45720" marB="45720">
                    <a:lnL w="4763">
                      <a:solidFill>
                        <a:srgbClr val="D8D3C9"/>
                      </a:solidFill>
                      <a:prstDash val="solid"/>
                    </a:lnL>
                    <a:lnR w="4763">
                      <a:solidFill>
                        <a:srgbClr val="D8D3C9"/>
                      </a:solidFill>
                      <a:prstDash val="solid"/>
                    </a:lnR>
                    <a:lnB w="4763">
                      <a:solidFill>
                        <a:srgbClr val="D8D3C9"/>
                      </a:solidFill>
                      <a:prstDash val="solid"/>
                    </a:lnB>
                    <a:solidFill>
                      <a:srgbClr val="F0ECE3"/>
                    </a:solidFill>
                  </a:tcPr>
                </a:tc>
                <a:tc>
                  <a:txBody>
                    <a:bodyPr/>
                    <a:lstStyle/>
                    <a:p>
                      <a:r>
                        <a:rPr sz="1725" b="0">
                          <a:solidFill>
                            <a:srgbClr val="262626"/>
                          </a:solidFill>
                          <a:latin typeface="Arial"/>
                          <a:ea typeface="Arial"/>
                          <a:cs typeface="Arial"/>
                        </a:rPr>
                        <a:t>Error del pronóstico (WAPE)</a:t>
                      </a:r>
                    </a:p>
                  </a:txBody>
                  <a:tcPr marL="91440" marR="91440" marT="45720" marB="45720">
                    <a:lnR w="4763">
                      <a:solidFill>
                        <a:srgbClr val="D8D3C9"/>
                      </a:solidFill>
                      <a:prstDash val="solid"/>
                    </a:lnR>
                    <a:lnB w="4763">
                      <a:solidFill>
                        <a:srgbClr val="D8D3C9"/>
                      </a:solidFill>
                      <a:prstDash val="solid"/>
                    </a:lnB>
                    <a:solidFill>
                      <a:srgbClr val="F0ECE3"/>
                    </a:solidFill>
                  </a:tcPr>
                </a:tc>
                <a:tc>
                  <a:txBody>
                    <a:bodyPr/>
                    <a:lstStyle/>
                    <a:p>
                      <a:r>
                        <a:rPr sz="1725" b="0">
                          <a:solidFill>
                            <a:srgbClr val="262626"/>
                          </a:solidFill>
                          <a:latin typeface="Arial"/>
                          <a:ea typeface="Arial"/>
                          <a:cs typeface="Arial"/>
                        </a:rPr>
                        <a:t>&lt; 20%</a:t>
                      </a:r>
                    </a:p>
                  </a:txBody>
                  <a:tcPr marL="91440" marR="91440" marT="45720" marB="45720">
                    <a:lnR w="4763">
                      <a:solidFill>
                        <a:srgbClr val="D8D3C9"/>
                      </a:solidFill>
                      <a:prstDash val="solid"/>
                    </a:lnR>
                    <a:lnB w="4763">
                      <a:solidFill>
                        <a:srgbClr val="D8D3C9"/>
                      </a:solidFill>
                      <a:prstDash val="solid"/>
                    </a:lnB>
                    <a:solidFill>
                      <a:srgbClr val="F0ECE3"/>
                    </a:solidFill>
                  </a:tcPr>
                </a:tc>
              </a:tr>
            </a:tbl>
          </a:graphicData>
        </a:graphic>
      </p:graphicFrame>
      <p:sp>
        <p:nvSpPr>
          <p:cNvPr id="8" name="">
            <a:extLst xmlns:a="http://schemas.openxmlformats.org/drawingml/2006/main">
              <a:ext uri="{FF2B5EF4-FFF2-40B4-BE49-F238E27FC236}">
                <a16:creationId xmlns:a16="http://schemas.microsoft.com/office/drawing/2014/main" id="{C13ADE4B-B0B2-4B60-B725-F87248E7801B}"/>
              </a:ext>
            </a:extLst>
          </p:cNvPr>
          <p:cNvSpPr>
            <a:spLocks xmlns:a="http://schemas.openxmlformats.org/drawingml/2006/main" noGrp="1"/>
          </p:cNvSpPr>
          <p:nvPr/>
        </p:nvSpPr>
        <p:spPr>
          <a:xfrm xmlns:a="http://schemas.openxmlformats.org/drawingml/2006/main">
            <a:off x="571500" y="61341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2615C"/>
                </a:solidFill>
                <a:latin typeface="Arial"/>
                <a:ea typeface="Arial"/>
                <a:cs typeface="Arial"/>
              </a:defRPr>
            </a:defPPr>
            <a:lvl1pPr>
              <a:defRPr sz="1500" b="0">
                <a:solidFill>
                  <a:srgbClr val="62615C"/>
                </a:solidFill>
                <a:latin typeface="Arial"/>
                <a:ea typeface="Arial"/>
                <a:cs typeface="Arial"/>
              </a:defRPr>
            </a:lvl1pPr>
            <a:lvl2pPr>
              <a:defRPr sz="1500" b="0">
                <a:solidFill>
                  <a:srgbClr val="62615C"/>
                </a:solidFill>
                <a:latin typeface="Arial"/>
                <a:ea typeface="Arial"/>
                <a:cs typeface="Arial"/>
              </a:defRPr>
            </a:lvl2pPr>
            <a:lvl3pPr>
              <a:defRPr sz="1500" b="0">
                <a:solidFill>
                  <a:srgbClr val="62615C"/>
                </a:solidFill>
                <a:latin typeface="Arial"/>
                <a:ea typeface="Arial"/>
                <a:cs typeface="Arial"/>
              </a:defRPr>
            </a:lvl3pPr>
            <a:lvl4pPr>
              <a:defRPr sz="1500" b="0">
                <a:solidFill>
                  <a:srgbClr val="62615C"/>
                </a:solidFill>
                <a:latin typeface="Arial"/>
                <a:ea typeface="Arial"/>
                <a:cs typeface="Arial"/>
              </a:defRPr>
            </a:lvl4pPr>
            <a:lvl5pPr>
              <a:defRPr sz="1500" b="0">
                <a:solidFill>
                  <a:srgbClr val="62615C"/>
                </a:solidFill>
                <a:latin typeface="Arial"/>
                <a:ea typeface="Arial"/>
                <a:cs typeface="Arial"/>
              </a:defRPr>
            </a:lvl5pPr>
            <a:lvl6pPr>
              <a:defRPr sz="1500" b="0">
                <a:solidFill>
                  <a:srgbClr val="62615C"/>
                </a:solidFill>
                <a:latin typeface="Arial"/>
                <a:ea typeface="Arial"/>
                <a:cs typeface="Arial"/>
              </a:defRPr>
            </a:lvl6pPr>
            <a:lvl7pPr>
              <a:defRPr sz="1500" b="0">
                <a:solidFill>
                  <a:srgbClr val="62615C"/>
                </a:solidFill>
                <a:latin typeface="Arial"/>
                <a:ea typeface="Arial"/>
                <a:cs typeface="Arial"/>
              </a:defRPr>
            </a:lvl7pPr>
            <a:lvl8pPr>
              <a:defRPr sz="1500" b="0">
                <a:solidFill>
                  <a:srgbClr val="62615C"/>
                </a:solidFill>
                <a:latin typeface="Arial"/>
                <a:ea typeface="Arial"/>
                <a:cs typeface="Arial"/>
              </a:defRPr>
            </a:lvl8pPr>
            <a:lvl9pPr>
              <a:defRPr sz="1500" b="0">
                <a:solidFill>
                  <a:srgbClr val="62615C"/>
                </a:solidFill>
                <a:latin typeface="Arial"/>
                <a:ea typeface="Arial"/>
                <a:cs typeface="Arial"/>
              </a:defRPr>
            </a:lvl9pPr>
          </a:lstStyle>
          <a:p xmlns:a="http://schemas.openxmlformats.org/drawingml/2006/main">
            <a:pPr>
              <a:defRPr sz="1500" b="0">
                <a:solidFill>
                  <a:srgbClr val="62615C"/>
                </a:solidFill>
                <a:latin typeface="Arial"/>
                <a:ea typeface="Arial"/>
                <a:cs typeface="Arial"/>
              </a:defRPr>
            </a:pPr>
            <a:r>
              <a:rPr sz="1500" b="0">
                <a:solidFill>
                  <a:srgbClr val="62615C"/>
                </a:solidFill>
                <a:latin typeface="Arial"/>
                <a:ea typeface="Arial"/>
                <a:cs typeface="Arial"/>
              </a:rPr>
              <a:t>Metas propuestas. Las reducciones se comparan con una línea base interna.</a:t>
            </a:r>
          </a:p>
        </p:txBody>
      </p:sp>
    </p:spTree>
    <p:extLst>
      <p:ext uri="{BB962C8B-B14F-4D97-AF65-F5344CB8AC3E}">
        <p14:creationId xmlns:p14="http://schemas.microsoft.com/office/powerpoint/2010/main" val="1131056006"/>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C0F8C1-1AD8-4DCC-B9A3-EB5ED96016B4}"/>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7D263D"/>
                </a:solidFill>
                <a:latin typeface="Arial"/>
                <a:ea typeface="Arial"/>
                <a:cs typeface="Arial"/>
              </a:defRPr>
            </a:defPPr>
            <a:lvl1pPr>
              <a:defRPr sz="3300" b="1">
                <a:solidFill>
                  <a:srgbClr val="7D263D"/>
                </a:solidFill>
                <a:latin typeface="Arial"/>
                <a:ea typeface="Arial"/>
                <a:cs typeface="Arial"/>
              </a:defRPr>
            </a:lvl1pPr>
            <a:lvl2pPr>
              <a:defRPr sz="3300" b="1">
                <a:solidFill>
                  <a:srgbClr val="7D263D"/>
                </a:solidFill>
                <a:latin typeface="Arial"/>
                <a:ea typeface="Arial"/>
                <a:cs typeface="Arial"/>
              </a:defRPr>
            </a:lvl2pPr>
            <a:lvl3pPr>
              <a:defRPr sz="3300" b="1">
                <a:solidFill>
                  <a:srgbClr val="7D263D"/>
                </a:solidFill>
                <a:latin typeface="Arial"/>
                <a:ea typeface="Arial"/>
                <a:cs typeface="Arial"/>
              </a:defRPr>
            </a:lvl3pPr>
            <a:lvl4pPr>
              <a:defRPr sz="3300" b="1">
                <a:solidFill>
                  <a:srgbClr val="7D263D"/>
                </a:solidFill>
                <a:latin typeface="Arial"/>
                <a:ea typeface="Arial"/>
                <a:cs typeface="Arial"/>
              </a:defRPr>
            </a:lvl4pPr>
            <a:lvl5pPr>
              <a:defRPr sz="3300" b="1">
                <a:solidFill>
                  <a:srgbClr val="7D263D"/>
                </a:solidFill>
                <a:latin typeface="Arial"/>
                <a:ea typeface="Arial"/>
                <a:cs typeface="Arial"/>
              </a:defRPr>
            </a:lvl5pPr>
            <a:lvl6pPr>
              <a:defRPr sz="3300" b="1">
                <a:solidFill>
                  <a:srgbClr val="7D263D"/>
                </a:solidFill>
                <a:latin typeface="Arial"/>
                <a:ea typeface="Arial"/>
                <a:cs typeface="Arial"/>
              </a:defRPr>
            </a:lvl6pPr>
            <a:lvl7pPr>
              <a:defRPr sz="3300" b="1">
                <a:solidFill>
                  <a:srgbClr val="7D263D"/>
                </a:solidFill>
                <a:latin typeface="Arial"/>
                <a:ea typeface="Arial"/>
                <a:cs typeface="Arial"/>
              </a:defRPr>
            </a:lvl7pPr>
            <a:lvl8pPr>
              <a:defRPr sz="3300" b="1">
                <a:solidFill>
                  <a:srgbClr val="7D263D"/>
                </a:solidFill>
                <a:latin typeface="Arial"/>
                <a:ea typeface="Arial"/>
                <a:cs typeface="Arial"/>
              </a:defRPr>
            </a:lvl8pPr>
            <a:lvl9pPr>
              <a:defRPr sz="3300" b="1">
                <a:solidFill>
                  <a:srgbClr val="7D263D"/>
                </a:solidFill>
                <a:latin typeface="Arial"/>
                <a:ea typeface="Arial"/>
                <a:cs typeface="Arial"/>
              </a:defRPr>
            </a:lvl9pPr>
          </a:lstStyle>
          <a:p xmlns:a="http://schemas.openxmlformats.org/drawingml/2006/main">
            <a:pPr>
              <a:defRPr sz="3300" b="1">
                <a:solidFill>
                  <a:srgbClr val="7D263D"/>
                </a:solidFill>
                <a:latin typeface="Arial"/>
                <a:ea typeface="Arial"/>
                <a:cs typeface="Arial"/>
              </a:defRPr>
            </a:pPr>
            <a:r>
              <a:rPr sz="3300" b="1">
                <a:solidFill>
                  <a:srgbClr val="7D263D"/>
                </a:solidFill>
                <a:latin typeface="Arial"/>
                <a:ea typeface="Arial"/>
                <a:cs typeface="Arial"/>
              </a:rPr>
              <a:t>4. Decisión financiera y conclusión</a:t>
            </a:r>
          </a:p>
        </p:txBody>
      </p:sp>
      <p:sp>
        <p:nvSpPr>
          <p:cNvPr id="2" name="">
            <a:extLst xmlns:a="http://schemas.openxmlformats.org/drawingml/2006/main">
              <a:ext uri="{FF2B5EF4-FFF2-40B4-BE49-F238E27FC236}">
                <a16:creationId xmlns:a16="http://schemas.microsoft.com/office/drawing/2014/main" id="{F563A9CE-56BB-41A5-8BB6-6B86C2EA3DCD}"/>
              </a:ext>
            </a:extLst>
          </p:cNvPr>
          <p:cNvSpPr>
            <a:spLocks xmlns:a="http://schemas.openxmlformats.org/drawingml/2006/main" noGrp="1"/>
          </p:cNvSpPr>
          <p:nvPr/>
        </p:nvSpPr>
        <p:spPr>
          <a:xfrm xmlns:a="http://schemas.openxmlformats.org/drawingml/2006/main">
            <a:off x="571500" y="10953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615C"/>
                </a:solidFill>
                <a:latin typeface="Arial"/>
                <a:ea typeface="Arial"/>
                <a:cs typeface="Arial"/>
              </a:defRPr>
            </a:defPPr>
            <a:lvl1pPr>
              <a:defRPr sz="1725" b="0">
                <a:solidFill>
                  <a:srgbClr val="62615C"/>
                </a:solidFill>
                <a:latin typeface="Arial"/>
                <a:ea typeface="Arial"/>
                <a:cs typeface="Arial"/>
              </a:defRPr>
            </a:lvl1pPr>
            <a:lvl2pPr>
              <a:defRPr sz="1725" b="0">
                <a:solidFill>
                  <a:srgbClr val="62615C"/>
                </a:solidFill>
                <a:latin typeface="Arial"/>
                <a:ea typeface="Arial"/>
                <a:cs typeface="Arial"/>
              </a:defRPr>
            </a:lvl2pPr>
            <a:lvl3pPr>
              <a:defRPr sz="1725" b="0">
                <a:solidFill>
                  <a:srgbClr val="62615C"/>
                </a:solidFill>
                <a:latin typeface="Arial"/>
                <a:ea typeface="Arial"/>
                <a:cs typeface="Arial"/>
              </a:defRPr>
            </a:lvl3pPr>
            <a:lvl4pPr>
              <a:defRPr sz="1725" b="0">
                <a:solidFill>
                  <a:srgbClr val="62615C"/>
                </a:solidFill>
                <a:latin typeface="Arial"/>
                <a:ea typeface="Arial"/>
                <a:cs typeface="Arial"/>
              </a:defRPr>
            </a:lvl4pPr>
            <a:lvl5pPr>
              <a:defRPr sz="1725" b="0">
                <a:solidFill>
                  <a:srgbClr val="62615C"/>
                </a:solidFill>
                <a:latin typeface="Arial"/>
                <a:ea typeface="Arial"/>
                <a:cs typeface="Arial"/>
              </a:defRPr>
            </a:lvl5pPr>
            <a:lvl6pPr>
              <a:defRPr sz="1725" b="0">
                <a:solidFill>
                  <a:srgbClr val="62615C"/>
                </a:solidFill>
                <a:latin typeface="Arial"/>
                <a:ea typeface="Arial"/>
                <a:cs typeface="Arial"/>
              </a:defRPr>
            </a:lvl6pPr>
            <a:lvl7pPr>
              <a:defRPr sz="1725" b="0">
                <a:solidFill>
                  <a:srgbClr val="62615C"/>
                </a:solidFill>
                <a:latin typeface="Arial"/>
                <a:ea typeface="Arial"/>
                <a:cs typeface="Arial"/>
              </a:defRPr>
            </a:lvl7pPr>
            <a:lvl8pPr>
              <a:defRPr sz="1725" b="0">
                <a:solidFill>
                  <a:srgbClr val="62615C"/>
                </a:solidFill>
                <a:latin typeface="Arial"/>
                <a:ea typeface="Arial"/>
                <a:cs typeface="Arial"/>
              </a:defRPr>
            </a:lvl8pPr>
            <a:lvl9pPr>
              <a:defRPr sz="1725" b="0">
                <a:solidFill>
                  <a:srgbClr val="62615C"/>
                </a:solidFill>
                <a:latin typeface="Arial"/>
                <a:ea typeface="Arial"/>
                <a:cs typeface="Arial"/>
              </a:defRPr>
            </a:lvl9pPr>
          </a:lstStyle>
          <a:p xmlns:a="http://schemas.openxmlformats.org/drawingml/2006/main">
            <a:pPr>
              <a:defRPr sz="1725" b="0">
                <a:solidFill>
                  <a:srgbClr val="62615C"/>
                </a:solidFill>
                <a:latin typeface="Arial"/>
                <a:ea typeface="Arial"/>
                <a:cs typeface="Arial"/>
              </a:defRPr>
            </a:pPr>
            <a:r>
              <a:rPr sz="1725" b="0">
                <a:solidFill>
                  <a:srgbClr val="62615C"/>
                </a:solidFill>
                <a:latin typeface="Arial"/>
                <a:ea typeface="Arial"/>
                <a:cs typeface="Arial"/>
              </a:rPr>
              <a:t>Recomendación: comenzar con la Alternativa A</a:t>
            </a:r>
          </a:p>
        </p:txBody>
      </p:sp>
      <p:sp>
        <p:nvSpPr>
          <p:cNvPr id="3" name="">
            <a:extLst xmlns:a="http://schemas.openxmlformats.org/drawingml/2006/main">
              <a:ext uri="{FF2B5EF4-FFF2-40B4-BE49-F238E27FC236}">
                <a16:creationId xmlns:a16="http://schemas.microsoft.com/office/drawing/2014/main" id="{943A920F-2158-44FC-8204-1ED59BCEC902}"/>
              </a:ext>
            </a:extLst>
          </p:cNvPr>
          <p:cNvSpPr>
            <a:spLocks xmlns:a="http://schemas.openxmlformats.org/drawingml/2006/main" noGrp="1"/>
          </p:cNvSpPr>
          <p:nvPr/>
        </p:nvSpPr>
        <p:spPr>
          <a:xfrm xmlns:a="http://schemas.openxmlformats.org/drawingml/2006/main">
            <a:off x="571500" y="64674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15C"/>
                </a:solidFill>
                <a:latin typeface="Arial"/>
                <a:ea typeface="Arial"/>
                <a:cs typeface="Arial"/>
              </a:defRPr>
            </a:defPPr>
            <a:lvl1pPr>
              <a:defRPr sz="1125" b="0">
                <a:solidFill>
                  <a:srgbClr val="62615C"/>
                </a:solidFill>
                <a:latin typeface="Arial"/>
                <a:ea typeface="Arial"/>
                <a:cs typeface="Arial"/>
              </a:defRPr>
            </a:lvl1pPr>
            <a:lvl2pPr>
              <a:defRPr sz="1125" b="0">
                <a:solidFill>
                  <a:srgbClr val="62615C"/>
                </a:solidFill>
                <a:latin typeface="Arial"/>
                <a:ea typeface="Arial"/>
                <a:cs typeface="Arial"/>
              </a:defRPr>
            </a:lvl2pPr>
            <a:lvl3pPr>
              <a:defRPr sz="1125" b="0">
                <a:solidFill>
                  <a:srgbClr val="62615C"/>
                </a:solidFill>
                <a:latin typeface="Arial"/>
                <a:ea typeface="Arial"/>
                <a:cs typeface="Arial"/>
              </a:defRPr>
            </a:lvl3pPr>
            <a:lvl4pPr>
              <a:defRPr sz="1125" b="0">
                <a:solidFill>
                  <a:srgbClr val="62615C"/>
                </a:solidFill>
                <a:latin typeface="Arial"/>
                <a:ea typeface="Arial"/>
                <a:cs typeface="Arial"/>
              </a:defRPr>
            </a:lvl4pPr>
            <a:lvl5pPr>
              <a:defRPr sz="1125" b="0">
                <a:solidFill>
                  <a:srgbClr val="62615C"/>
                </a:solidFill>
                <a:latin typeface="Arial"/>
                <a:ea typeface="Arial"/>
                <a:cs typeface="Arial"/>
              </a:defRPr>
            </a:lvl5pPr>
            <a:lvl6pPr>
              <a:defRPr sz="1125" b="0">
                <a:solidFill>
                  <a:srgbClr val="62615C"/>
                </a:solidFill>
                <a:latin typeface="Arial"/>
                <a:ea typeface="Arial"/>
                <a:cs typeface="Arial"/>
              </a:defRPr>
            </a:lvl6pPr>
            <a:lvl7pPr>
              <a:defRPr sz="1125" b="0">
                <a:solidFill>
                  <a:srgbClr val="62615C"/>
                </a:solidFill>
                <a:latin typeface="Arial"/>
                <a:ea typeface="Arial"/>
                <a:cs typeface="Arial"/>
              </a:defRPr>
            </a:lvl7pPr>
            <a:lvl8pPr>
              <a:defRPr sz="1125" b="0">
                <a:solidFill>
                  <a:srgbClr val="62615C"/>
                </a:solidFill>
                <a:latin typeface="Arial"/>
                <a:ea typeface="Arial"/>
                <a:cs typeface="Arial"/>
              </a:defRPr>
            </a:lvl8pPr>
            <a:lvl9pPr>
              <a:defRPr sz="1125" b="0">
                <a:solidFill>
                  <a:srgbClr val="62615C"/>
                </a:solidFill>
                <a:latin typeface="Arial"/>
                <a:ea typeface="Arial"/>
                <a:cs typeface="Arial"/>
              </a:defRPr>
            </a:lvl9pPr>
          </a:lstStyle>
          <a:p xmlns:a="http://schemas.openxmlformats.org/drawingml/2006/main">
            <a:pPr>
              <a:defRPr sz="1125" b="0">
                <a:solidFill>
                  <a:srgbClr val="62615C"/>
                </a:solidFill>
                <a:latin typeface="Arial"/>
                <a:ea typeface="Arial"/>
                <a:cs typeface="Arial"/>
              </a:defRPr>
            </a:pPr>
            <a:r>
              <a:rPr sz="1125" b="0">
                <a:solidFill>
                  <a:srgbClr val="62615C"/>
                </a:solidFill>
                <a:latin typeface="Arial"/>
                <a:ea typeface="Arial"/>
                <a:cs typeface="Arial"/>
              </a:rPr>
              <a:t>MANACO   /   Defensa ejecutiva individual</a:t>
            </a:r>
          </a:p>
        </p:txBody>
      </p:sp>
      <p:sp>
        <p:nvSpPr>
          <p:cNvPr id="4" name="">
            <a:extLst xmlns:a="http://schemas.openxmlformats.org/drawingml/2006/main">
              <a:ext uri="{FF2B5EF4-FFF2-40B4-BE49-F238E27FC236}">
                <a16:creationId xmlns:a16="http://schemas.microsoft.com/office/drawing/2014/main" id="{C5B0D294-69EA-4FE2-9AC5-719BF94231EE}"/>
              </a:ext>
            </a:extLst>
          </p:cNvPr>
          <p:cNvSpPr>
            <a:spLocks xmlns:a="http://schemas.openxmlformats.org/drawingml/2006/main" noGrp="1"/>
          </p:cNvSpPr>
          <p:nvPr/>
        </p:nvSpPr>
        <p:spPr>
          <a:xfrm xmlns:a="http://schemas.openxmlformats.org/drawingml/2006/main">
            <a:off x="11144250" y="64674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15C"/>
                </a:solidFill>
                <a:latin typeface="Arial"/>
                <a:ea typeface="Arial"/>
                <a:cs typeface="Arial"/>
              </a:defRPr>
            </a:defPPr>
            <a:lvl1pPr>
              <a:defRPr sz="1125" b="0">
                <a:solidFill>
                  <a:srgbClr val="62615C"/>
                </a:solidFill>
                <a:latin typeface="Arial"/>
                <a:ea typeface="Arial"/>
                <a:cs typeface="Arial"/>
              </a:defRPr>
            </a:lvl1pPr>
            <a:lvl2pPr>
              <a:defRPr sz="1125" b="0">
                <a:solidFill>
                  <a:srgbClr val="62615C"/>
                </a:solidFill>
                <a:latin typeface="Arial"/>
                <a:ea typeface="Arial"/>
                <a:cs typeface="Arial"/>
              </a:defRPr>
            </a:lvl2pPr>
            <a:lvl3pPr>
              <a:defRPr sz="1125" b="0">
                <a:solidFill>
                  <a:srgbClr val="62615C"/>
                </a:solidFill>
                <a:latin typeface="Arial"/>
                <a:ea typeface="Arial"/>
                <a:cs typeface="Arial"/>
              </a:defRPr>
            </a:lvl3pPr>
            <a:lvl4pPr>
              <a:defRPr sz="1125" b="0">
                <a:solidFill>
                  <a:srgbClr val="62615C"/>
                </a:solidFill>
                <a:latin typeface="Arial"/>
                <a:ea typeface="Arial"/>
                <a:cs typeface="Arial"/>
              </a:defRPr>
            </a:lvl4pPr>
            <a:lvl5pPr>
              <a:defRPr sz="1125" b="0">
                <a:solidFill>
                  <a:srgbClr val="62615C"/>
                </a:solidFill>
                <a:latin typeface="Arial"/>
                <a:ea typeface="Arial"/>
                <a:cs typeface="Arial"/>
              </a:defRPr>
            </a:lvl5pPr>
            <a:lvl6pPr>
              <a:defRPr sz="1125" b="0">
                <a:solidFill>
                  <a:srgbClr val="62615C"/>
                </a:solidFill>
                <a:latin typeface="Arial"/>
                <a:ea typeface="Arial"/>
                <a:cs typeface="Arial"/>
              </a:defRPr>
            </a:lvl6pPr>
            <a:lvl7pPr>
              <a:defRPr sz="1125" b="0">
                <a:solidFill>
                  <a:srgbClr val="62615C"/>
                </a:solidFill>
                <a:latin typeface="Arial"/>
                <a:ea typeface="Arial"/>
                <a:cs typeface="Arial"/>
              </a:defRPr>
            </a:lvl7pPr>
            <a:lvl8pPr>
              <a:defRPr sz="1125" b="0">
                <a:solidFill>
                  <a:srgbClr val="62615C"/>
                </a:solidFill>
                <a:latin typeface="Arial"/>
                <a:ea typeface="Arial"/>
                <a:cs typeface="Arial"/>
              </a:defRPr>
            </a:lvl8pPr>
            <a:lvl9pPr>
              <a:defRPr sz="1125" b="0">
                <a:solidFill>
                  <a:srgbClr val="62615C"/>
                </a:solidFill>
                <a:latin typeface="Arial"/>
                <a:ea typeface="Arial"/>
                <a:cs typeface="Arial"/>
              </a:defRPr>
            </a:lvl9pPr>
          </a:lstStyle>
          <a:p xmlns:a="http://schemas.openxmlformats.org/drawingml/2006/main">
            <a:pPr>
              <a:defRPr sz="1125" b="0">
                <a:solidFill>
                  <a:srgbClr val="62615C"/>
                </a:solidFill>
                <a:latin typeface="Arial"/>
                <a:ea typeface="Arial"/>
                <a:cs typeface="Arial"/>
              </a:defRPr>
            </a:pPr>
            <a:r>
              <a:rPr sz="1125" b="0">
                <a:solidFill>
                  <a:srgbClr val="62615C"/>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3FFA797A-A061-4F60-8417-1B399C37802C}"/>
              </a:ext>
            </a:extLst>
          </p:cNvPr>
          <p:cNvGraphicFramePr/>
          <p:nvPr/>
        </p:nvGraphicFramePr>
        <p:xfrm>
          <a:off xmlns:a="http://schemas.openxmlformats.org/drawingml/2006/main" x="571500" y="1952625"/>
          <a:ext xmlns:a="http://schemas.openxmlformats.org/drawingml/2006/main" cx="11049000" cy="1857375"/>
        </p:xfrm>
        <a:graphic xmlns:a="http://schemas.openxmlformats.org/drawingml/2006/main">
          <a:graphicData uri="http://schemas.openxmlformats.org/drawingml/2006/table">
            <a:tbl>
              <a:tblPr/>
              <a:tblGrid>
                <a:gridCol w="1809750"/>
                <a:gridCol w="7048500"/>
                <a:gridCol w="2190750"/>
              </a:tblGrid>
              <a:tr h="619125">
                <a:tc>
                  <a:txBody>
                    <a:bodyPr/>
                    <a:lstStyle/>
                    <a:p>
                      <a:r>
                        <a:rPr sz="1650" b="1">
                          <a:solidFill>
                            <a:srgbClr val="FFFFFF"/>
                          </a:solidFill>
                          <a:latin typeface="Arial"/>
                          <a:ea typeface="Arial"/>
                          <a:cs typeface="Arial"/>
                        </a:rPr>
                        <a:t>Alternativa</a:t>
                      </a:r>
                    </a:p>
                  </a:txBody>
                  <a:tcPr marL="91440" marR="91440" marT="45720" marB="45720">
                    <a:lnL w="4763">
                      <a:solidFill>
                        <a:srgbClr val="D8D3C9"/>
                      </a:solidFill>
                      <a:prstDash val="solid"/>
                    </a:lnL>
                    <a:lnR w="4763">
                      <a:solidFill>
                        <a:srgbClr val="D8D3C9"/>
                      </a:solidFill>
                      <a:prstDash val="solid"/>
                    </a:lnR>
                    <a:lnT w="4763">
                      <a:solidFill>
                        <a:srgbClr val="D8D3C9"/>
                      </a:solidFill>
                      <a:prstDash val="solid"/>
                    </a:lnT>
                    <a:lnB w="4763">
                      <a:solidFill>
                        <a:srgbClr val="D8D3C9"/>
                      </a:solidFill>
                      <a:prstDash val="solid"/>
                    </a:lnB>
                    <a:solidFill>
                      <a:srgbClr val="7D263D"/>
                    </a:solidFill>
                  </a:tcPr>
                </a:tc>
                <a:tc>
                  <a:txBody>
                    <a:bodyPr/>
                    <a:lstStyle/>
                    <a:p>
                      <a:r>
                        <a:rPr sz="1650" b="1">
                          <a:solidFill>
                            <a:srgbClr val="FFFFFF"/>
                          </a:solidFill>
                          <a:latin typeface="Arial"/>
                          <a:ea typeface="Arial"/>
                          <a:cs typeface="Arial"/>
                        </a:rPr>
                        <a:t>Propuesta</a:t>
                      </a:r>
                    </a:p>
                  </a:txBody>
                  <a:tcPr marL="91440" marR="91440" marT="45720" marB="45720">
                    <a:lnR w="4763">
                      <a:solidFill>
                        <a:srgbClr val="D8D3C9"/>
                      </a:solidFill>
                      <a:prstDash val="solid"/>
                    </a:lnR>
                    <a:lnT w="4763">
                      <a:solidFill>
                        <a:srgbClr val="D8D3C9"/>
                      </a:solidFill>
                      <a:prstDash val="solid"/>
                    </a:lnT>
                    <a:lnB w="4763">
                      <a:solidFill>
                        <a:srgbClr val="D8D3C9"/>
                      </a:solidFill>
                      <a:prstDash val="solid"/>
                    </a:lnB>
                    <a:solidFill>
                      <a:srgbClr val="7D263D"/>
                    </a:solidFill>
                  </a:tcPr>
                </a:tc>
                <a:tc>
                  <a:txBody>
                    <a:bodyPr/>
                    <a:lstStyle/>
                    <a:p>
                      <a:r>
                        <a:rPr sz="1650" b="1">
                          <a:solidFill>
                            <a:srgbClr val="FFFFFF"/>
                          </a:solidFill>
                          <a:latin typeface="Arial"/>
                          <a:ea typeface="Arial"/>
                          <a:cs typeface="Arial"/>
                        </a:rPr>
                        <a:t>Prioridad</a:t>
                      </a:r>
                    </a:p>
                  </a:txBody>
                  <a:tcPr marL="91440" marR="91440" marT="45720" marB="45720">
                    <a:lnR w="4763">
                      <a:solidFill>
                        <a:srgbClr val="D8D3C9"/>
                      </a:solidFill>
                      <a:prstDash val="solid"/>
                    </a:lnR>
                    <a:lnT w="4763">
                      <a:solidFill>
                        <a:srgbClr val="D8D3C9"/>
                      </a:solidFill>
                      <a:prstDash val="solid"/>
                    </a:lnT>
                    <a:lnB w="4763">
                      <a:solidFill>
                        <a:srgbClr val="D8D3C9"/>
                      </a:solidFill>
                      <a:prstDash val="solid"/>
                    </a:lnB>
                    <a:solidFill>
                      <a:srgbClr val="7D263D"/>
                    </a:solidFill>
                  </a:tcPr>
                </a:tc>
              </a:tr>
              <a:tr h="619125">
                <a:tc>
                  <a:txBody>
                    <a:bodyPr/>
                    <a:lstStyle/>
                    <a:p>
                      <a:r>
                        <a:rPr sz="1725" b="0">
                          <a:solidFill>
                            <a:srgbClr val="262626"/>
                          </a:solidFill>
                          <a:latin typeface="Arial"/>
                          <a:ea typeface="Arial"/>
                          <a:cs typeface="Arial"/>
                        </a:rPr>
                        <a:t>A</a:t>
                      </a:r>
                    </a:p>
                  </a:txBody>
                  <a:tcPr marL="91440" marR="91440" marT="45720" marB="45720">
                    <a:lnL w="4763">
                      <a:solidFill>
                        <a:srgbClr val="D8D3C9"/>
                      </a:solidFill>
                      <a:prstDash val="solid"/>
                    </a:lnL>
                    <a:lnR w="4763">
                      <a:solidFill>
                        <a:srgbClr val="D8D3C9"/>
                      </a:solidFill>
                      <a:prstDash val="solid"/>
                    </a:lnR>
                    <a:lnB w="4763">
                      <a:solidFill>
                        <a:srgbClr val="D8D3C9"/>
                      </a:solidFill>
                      <a:prstDash val="solid"/>
                    </a:lnB>
                    <a:solidFill>
                      <a:srgbClr val="F0ECE3"/>
                    </a:solidFill>
                  </a:tcPr>
                </a:tc>
                <a:tc>
                  <a:txBody>
                    <a:bodyPr/>
                    <a:lstStyle/>
                    <a:p>
                      <a:r>
                        <a:rPr sz="1725" b="0">
                          <a:solidFill>
                            <a:srgbClr val="262626"/>
                          </a:solidFill>
                          <a:latin typeface="Arial"/>
                          <a:ea typeface="Arial"/>
                          <a:cs typeface="Arial"/>
                        </a:rPr>
                        <a:t>Tablero BI y pronóstico de demanda</a:t>
                      </a:r>
                    </a:p>
                  </a:txBody>
                  <a:tcPr marL="91440" marR="91440" marT="45720" marB="45720">
                    <a:lnR w="4763">
                      <a:solidFill>
                        <a:srgbClr val="D8D3C9"/>
                      </a:solidFill>
                      <a:prstDash val="solid"/>
                    </a:lnR>
                    <a:lnB w="4763">
                      <a:solidFill>
                        <a:srgbClr val="D8D3C9"/>
                      </a:solidFill>
                      <a:prstDash val="solid"/>
                    </a:lnB>
                    <a:solidFill>
                      <a:srgbClr val="F0ECE3"/>
                    </a:solidFill>
                  </a:tcPr>
                </a:tc>
                <a:tc>
                  <a:txBody>
                    <a:bodyPr/>
                    <a:lstStyle/>
                    <a:p>
                      <a:r>
                        <a:rPr sz="1725" b="0">
                          <a:solidFill>
                            <a:srgbClr val="262626"/>
                          </a:solidFill>
                          <a:latin typeface="Arial"/>
                          <a:ea typeface="Arial"/>
                          <a:cs typeface="Arial"/>
                        </a:rPr>
                        <a:t>Primero</a:t>
                      </a:r>
                    </a:p>
                  </a:txBody>
                  <a:tcPr marL="91440" marR="91440" marT="45720" marB="45720">
                    <a:lnR w="4763">
                      <a:solidFill>
                        <a:srgbClr val="D8D3C9"/>
                      </a:solidFill>
                      <a:prstDash val="solid"/>
                    </a:lnR>
                    <a:lnB w="4763">
                      <a:solidFill>
                        <a:srgbClr val="D8D3C9"/>
                      </a:solidFill>
                      <a:prstDash val="solid"/>
                    </a:lnB>
                    <a:solidFill>
                      <a:srgbClr val="F0ECE3"/>
                    </a:solidFill>
                  </a:tcPr>
                </a:tc>
              </a:tr>
              <a:tr h="619125">
                <a:tc>
                  <a:txBody>
                    <a:bodyPr/>
                    <a:lstStyle/>
                    <a:p>
                      <a:r>
                        <a:rPr sz="1725" b="0">
                          <a:solidFill>
                            <a:srgbClr val="262626"/>
                          </a:solidFill>
                          <a:latin typeface="Arial"/>
                          <a:ea typeface="Arial"/>
                          <a:cs typeface="Arial"/>
                        </a:rPr>
                        <a:t>B</a:t>
                      </a:r>
                    </a:p>
                  </a:txBody>
                  <a:tcPr marL="91440" marR="91440" marT="45720" marB="45720">
                    <a:lnL w="4763">
                      <a:solidFill>
                        <a:srgbClr val="D8D3C9"/>
                      </a:solidFill>
                      <a:prstDash val="solid"/>
                    </a:lnL>
                    <a:lnR w="4763">
                      <a:solidFill>
                        <a:srgbClr val="D8D3C9"/>
                      </a:solidFill>
                      <a:prstDash val="solid"/>
                    </a:lnR>
                    <a:lnB w="4763">
                      <a:solidFill>
                        <a:srgbClr val="D8D3C9"/>
                      </a:solidFill>
                      <a:prstDash val="solid"/>
                    </a:lnB>
                    <a:solidFill>
                      <a:srgbClr val="FAF8F2"/>
                    </a:solidFill>
                  </a:tcPr>
                </a:tc>
                <a:tc>
                  <a:txBody>
                    <a:bodyPr/>
                    <a:lstStyle/>
                    <a:p>
                      <a:r>
                        <a:rPr sz="1725" b="0">
                          <a:solidFill>
                            <a:srgbClr val="262626"/>
                          </a:solidFill>
                          <a:latin typeface="Arial"/>
                          <a:ea typeface="Arial"/>
                          <a:cs typeface="Arial"/>
                        </a:rPr>
                        <a:t>Campañas de marketing digital</a:t>
                      </a:r>
                    </a:p>
                  </a:txBody>
                  <a:tcPr marL="91440" marR="91440" marT="45720" marB="45720">
                    <a:lnR w="4763">
                      <a:solidFill>
                        <a:srgbClr val="D8D3C9"/>
                      </a:solidFill>
                      <a:prstDash val="solid"/>
                    </a:lnR>
                    <a:lnB w="4763">
                      <a:solidFill>
                        <a:srgbClr val="D8D3C9"/>
                      </a:solidFill>
                      <a:prstDash val="solid"/>
                    </a:lnB>
                    <a:solidFill>
                      <a:srgbClr val="FAF8F2"/>
                    </a:solidFill>
                  </a:tcPr>
                </a:tc>
                <a:tc>
                  <a:txBody>
                    <a:bodyPr/>
                    <a:lstStyle/>
                    <a:p>
                      <a:r>
                        <a:rPr sz="1725" b="0">
                          <a:solidFill>
                            <a:srgbClr val="262626"/>
                          </a:solidFill>
                          <a:latin typeface="Arial"/>
                          <a:ea typeface="Arial"/>
                          <a:cs typeface="Arial"/>
                        </a:rPr>
                        <a:t>Después</a:t>
                      </a:r>
                    </a:p>
                  </a:txBody>
                  <a:tcPr marL="91440" marR="91440" marT="45720" marB="45720">
                    <a:lnR w="4763">
                      <a:solidFill>
                        <a:srgbClr val="D8D3C9"/>
                      </a:solidFill>
                      <a:prstDash val="solid"/>
                    </a:lnR>
                    <a:lnB w="4763">
                      <a:solidFill>
                        <a:srgbClr val="D8D3C9"/>
                      </a:solidFill>
                      <a:prstDash val="solid"/>
                    </a:lnB>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B661AAD6-9E26-426E-807E-85D1B8A2CAB7}"/>
              </a:ext>
            </a:extLst>
          </p:cNvPr>
          <p:cNvSpPr>
            <a:spLocks xmlns:a="http://schemas.openxmlformats.org/drawingml/2006/main" noGrp="1"/>
          </p:cNvSpPr>
          <p:nvPr/>
        </p:nvSpPr>
        <p:spPr>
          <a:xfrm xmlns:a="http://schemas.openxmlformats.org/drawingml/2006/main">
            <a:off x="571500" y="43529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7D263D"/>
                </a:solidFill>
                <a:latin typeface="Arial"/>
                <a:ea typeface="Arial"/>
                <a:cs typeface="Arial"/>
              </a:defRPr>
            </a:defPPr>
            <a:lvl1pPr>
              <a:defRPr sz="3225" b="1">
                <a:solidFill>
                  <a:srgbClr val="7D263D"/>
                </a:solidFill>
                <a:latin typeface="Arial"/>
                <a:ea typeface="Arial"/>
                <a:cs typeface="Arial"/>
              </a:defRPr>
            </a:lvl1pPr>
            <a:lvl2pPr>
              <a:defRPr sz="3225" b="1">
                <a:solidFill>
                  <a:srgbClr val="7D263D"/>
                </a:solidFill>
                <a:latin typeface="Arial"/>
                <a:ea typeface="Arial"/>
                <a:cs typeface="Arial"/>
              </a:defRPr>
            </a:lvl2pPr>
            <a:lvl3pPr>
              <a:defRPr sz="3225" b="1">
                <a:solidFill>
                  <a:srgbClr val="7D263D"/>
                </a:solidFill>
                <a:latin typeface="Arial"/>
                <a:ea typeface="Arial"/>
                <a:cs typeface="Arial"/>
              </a:defRPr>
            </a:lvl3pPr>
            <a:lvl4pPr>
              <a:defRPr sz="3225" b="1">
                <a:solidFill>
                  <a:srgbClr val="7D263D"/>
                </a:solidFill>
                <a:latin typeface="Arial"/>
                <a:ea typeface="Arial"/>
                <a:cs typeface="Arial"/>
              </a:defRPr>
            </a:lvl4pPr>
            <a:lvl5pPr>
              <a:defRPr sz="3225" b="1">
                <a:solidFill>
                  <a:srgbClr val="7D263D"/>
                </a:solidFill>
                <a:latin typeface="Arial"/>
                <a:ea typeface="Arial"/>
                <a:cs typeface="Arial"/>
              </a:defRPr>
            </a:lvl5pPr>
            <a:lvl6pPr>
              <a:defRPr sz="3225" b="1">
                <a:solidFill>
                  <a:srgbClr val="7D263D"/>
                </a:solidFill>
                <a:latin typeface="Arial"/>
                <a:ea typeface="Arial"/>
                <a:cs typeface="Arial"/>
              </a:defRPr>
            </a:lvl6pPr>
            <a:lvl7pPr>
              <a:defRPr sz="3225" b="1">
                <a:solidFill>
                  <a:srgbClr val="7D263D"/>
                </a:solidFill>
                <a:latin typeface="Arial"/>
                <a:ea typeface="Arial"/>
                <a:cs typeface="Arial"/>
              </a:defRPr>
            </a:lvl7pPr>
            <a:lvl8pPr>
              <a:defRPr sz="3225" b="1">
                <a:solidFill>
                  <a:srgbClr val="7D263D"/>
                </a:solidFill>
                <a:latin typeface="Arial"/>
                <a:ea typeface="Arial"/>
                <a:cs typeface="Arial"/>
              </a:defRPr>
            </a:lvl8pPr>
            <a:lvl9pPr>
              <a:defRPr sz="3225" b="1">
                <a:solidFill>
                  <a:srgbClr val="7D263D"/>
                </a:solidFill>
                <a:latin typeface="Arial"/>
                <a:ea typeface="Arial"/>
                <a:cs typeface="Arial"/>
              </a:defRPr>
            </a:lvl9pPr>
          </a:lstStyle>
          <a:p xmlns:a="http://schemas.openxmlformats.org/drawingml/2006/main">
            <a:pPr>
              <a:defRPr sz="3225" b="1">
                <a:solidFill>
                  <a:srgbClr val="7D263D"/>
                </a:solidFill>
                <a:latin typeface="Arial"/>
                <a:ea typeface="Arial"/>
                <a:cs typeface="Arial"/>
              </a:defRPr>
            </a:pPr>
            <a:r>
              <a:rPr sz="3225" b="1">
                <a:solidFill>
                  <a:srgbClr val="7D263D"/>
                </a:solidFill>
                <a:latin typeface="Arial"/>
                <a:ea typeface="Arial"/>
                <a:cs typeface="Arial"/>
              </a:rPr>
              <a:t>Más clientes requieren</a:t>
            </a:r>
          </a:p>
          <a:p xmlns:a="http://schemas.openxmlformats.org/drawingml/2006/main">
            <a:pPr>
              <a:defRPr sz="3225" b="1">
                <a:solidFill>
                  <a:srgbClr val="7D263D"/>
                </a:solidFill>
                <a:latin typeface="Arial"/>
                <a:ea typeface="Arial"/>
                <a:cs typeface="Arial"/>
              </a:defRPr>
            </a:pPr>
            <a:r>
              <a:rPr sz="3225" b="1">
                <a:solidFill>
                  <a:srgbClr val="7D263D"/>
                </a:solidFill>
                <a:latin typeface="Arial"/>
                <a:ea typeface="Arial"/>
                <a:cs typeface="Arial"/>
              </a:rPr>
              <a:t>tallas y modelos disponibles.</a:t>
            </a:r>
          </a:p>
        </p:txBody>
      </p:sp>
      <p:sp>
        <p:nvSpPr>
          <p:cNvPr id="7" name="">
            <a:extLst xmlns:a="http://schemas.openxmlformats.org/drawingml/2006/main">
              <a:ext uri="{FF2B5EF4-FFF2-40B4-BE49-F238E27FC236}">
                <a16:creationId xmlns:a16="http://schemas.microsoft.com/office/drawing/2014/main" id="{3011FB0F-B6F4-4C7E-97D7-839E5805C1A1}"/>
              </a:ext>
            </a:extLst>
          </p:cNvPr>
          <p:cNvSpPr>
            <a:spLocks xmlns:a="http://schemas.openxmlformats.org/drawingml/2006/main" noGrp="1"/>
          </p:cNvSpPr>
          <p:nvPr/>
        </p:nvSpPr>
        <p:spPr>
          <a:xfrm xmlns:a="http://schemas.openxmlformats.org/drawingml/2006/main">
            <a:off x="571500" y="56578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2626"/>
                </a:solidFill>
                <a:latin typeface="Arial"/>
                <a:ea typeface="Arial"/>
                <a:cs typeface="Arial"/>
              </a:defRPr>
            </a:defPPr>
            <a:lvl1pPr>
              <a:defRPr sz="2175" b="0">
                <a:solidFill>
                  <a:srgbClr val="262626"/>
                </a:solidFill>
                <a:latin typeface="Arial"/>
                <a:ea typeface="Arial"/>
                <a:cs typeface="Arial"/>
              </a:defRPr>
            </a:lvl1pPr>
            <a:lvl2pPr>
              <a:defRPr sz="2175" b="0">
                <a:solidFill>
                  <a:srgbClr val="262626"/>
                </a:solidFill>
                <a:latin typeface="Arial"/>
                <a:ea typeface="Arial"/>
                <a:cs typeface="Arial"/>
              </a:defRPr>
            </a:lvl2pPr>
            <a:lvl3pPr>
              <a:defRPr sz="2175" b="0">
                <a:solidFill>
                  <a:srgbClr val="262626"/>
                </a:solidFill>
                <a:latin typeface="Arial"/>
                <a:ea typeface="Arial"/>
                <a:cs typeface="Arial"/>
              </a:defRPr>
            </a:lvl3pPr>
            <a:lvl4pPr>
              <a:defRPr sz="2175" b="0">
                <a:solidFill>
                  <a:srgbClr val="262626"/>
                </a:solidFill>
                <a:latin typeface="Arial"/>
                <a:ea typeface="Arial"/>
                <a:cs typeface="Arial"/>
              </a:defRPr>
            </a:lvl4pPr>
            <a:lvl5pPr>
              <a:defRPr sz="2175" b="0">
                <a:solidFill>
                  <a:srgbClr val="262626"/>
                </a:solidFill>
                <a:latin typeface="Arial"/>
                <a:ea typeface="Arial"/>
                <a:cs typeface="Arial"/>
              </a:defRPr>
            </a:lvl5pPr>
            <a:lvl6pPr>
              <a:defRPr sz="2175" b="0">
                <a:solidFill>
                  <a:srgbClr val="262626"/>
                </a:solidFill>
                <a:latin typeface="Arial"/>
                <a:ea typeface="Arial"/>
                <a:cs typeface="Arial"/>
              </a:defRPr>
            </a:lvl6pPr>
            <a:lvl7pPr>
              <a:defRPr sz="2175" b="0">
                <a:solidFill>
                  <a:srgbClr val="262626"/>
                </a:solidFill>
                <a:latin typeface="Arial"/>
                <a:ea typeface="Arial"/>
                <a:cs typeface="Arial"/>
              </a:defRPr>
            </a:lvl7pPr>
            <a:lvl8pPr>
              <a:defRPr sz="2175" b="0">
                <a:solidFill>
                  <a:srgbClr val="262626"/>
                </a:solidFill>
                <a:latin typeface="Arial"/>
                <a:ea typeface="Arial"/>
                <a:cs typeface="Arial"/>
              </a:defRPr>
            </a:lvl8pPr>
            <a:lvl9pPr>
              <a:defRPr sz="2175" b="0">
                <a:solidFill>
                  <a:srgbClr val="262626"/>
                </a:solidFill>
                <a:latin typeface="Arial"/>
                <a:ea typeface="Arial"/>
                <a:cs typeface="Arial"/>
              </a:defRPr>
            </a:lvl9pPr>
          </a:lstStyle>
          <a:p xmlns:a="http://schemas.openxmlformats.org/drawingml/2006/main">
            <a:pPr>
              <a:defRPr sz="2175" b="0">
                <a:solidFill>
                  <a:srgbClr val="262626"/>
                </a:solidFill>
                <a:latin typeface="Arial"/>
                <a:ea typeface="Arial"/>
                <a:cs typeface="Arial"/>
              </a:defRPr>
            </a:pPr>
            <a:r>
              <a:rPr sz="2175" b="0">
                <a:solidFill>
                  <a:srgbClr val="262626"/>
                </a:solidFill>
                <a:latin typeface="Arial"/>
                <a:ea typeface="Arial"/>
                <a:cs typeface="Arial"/>
              </a:rPr>
              <a:t>Primero, control de inventario y reposición.</a:t>
            </a:r>
          </a:p>
        </p:txBody>
      </p:sp>
      <p:sp>
        <p:nvSpPr>
          <p:cNvPr id="8" name="">
            <a:extLst xmlns:a="http://schemas.openxmlformats.org/drawingml/2006/main">
              <a:ext uri="{FF2B5EF4-FFF2-40B4-BE49-F238E27FC236}">
                <a16:creationId xmlns:a16="http://schemas.microsoft.com/office/drawing/2014/main" id="{FAB18DA5-7359-46F6-BA37-162B103F70AF}"/>
              </a:ext>
            </a:extLst>
          </p:cNvPr>
          <p:cNvSpPr>
            <a:spLocks xmlns:a="http://schemas.openxmlformats.org/drawingml/2006/main" noGrp="1"/>
          </p:cNvSpPr>
          <p:nvPr/>
        </p:nvSpPr>
        <p:spPr>
          <a:xfrm xmlns:a="http://schemas.openxmlformats.org/drawingml/2006/main">
            <a:off x="571500" y="61531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2615C"/>
                </a:solidFill>
                <a:latin typeface="Arial"/>
                <a:ea typeface="Arial"/>
                <a:cs typeface="Arial"/>
              </a:defRPr>
            </a:defPPr>
            <a:lvl1pPr>
              <a:defRPr sz="1500" b="0">
                <a:solidFill>
                  <a:srgbClr val="62615C"/>
                </a:solidFill>
                <a:latin typeface="Arial"/>
                <a:ea typeface="Arial"/>
                <a:cs typeface="Arial"/>
              </a:defRPr>
            </a:lvl1pPr>
            <a:lvl2pPr>
              <a:defRPr sz="1500" b="0">
                <a:solidFill>
                  <a:srgbClr val="62615C"/>
                </a:solidFill>
                <a:latin typeface="Arial"/>
                <a:ea typeface="Arial"/>
                <a:cs typeface="Arial"/>
              </a:defRPr>
            </a:lvl2pPr>
            <a:lvl3pPr>
              <a:defRPr sz="1500" b="0">
                <a:solidFill>
                  <a:srgbClr val="62615C"/>
                </a:solidFill>
                <a:latin typeface="Arial"/>
                <a:ea typeface="Arial"/>
                <a:cs typeface="Arial"/>
              </a:defRPr>
            </a:lvl3pPr>
            <a:lvl4pPr>
              <a:defRPr sz="1500" b="0">
                <a:solidFill>
                  <a:srgbClr val="62615C"/>
                </a:solidFill>
                <a:latin typeface="Arial"/>
                <a:ea typeface="Arial"/>
                <a:cs typeface="Arial"/>
              </a:defRPr>
            </a:lvl4pPr>
            <a:lvl5pPr>
              <a:defRPr sz="1500" b="0">
                <a:solidFill>
                  <a:srgbClr val="62615C"/>
                </a:solidFill>
                <a:latin typeface="Arial"/>
                <a:ea typeface="Arial"/>
                <a:cs typeface="Arial"/>
              </a:defRPr>
            </a:lvl5pPr>
            <a:lvl6pPr>
              <a:defRPr sz="1500" b="0">
                <a:solidFill>
                  <a:srgbClr val="62615C"/>
                </a:solidFill>
                <a:latin typeface="Arial"/>
                <a:ea typeface="Arial"/>
                <a:cs typeface="Arial"/>
              </a:defRPr>
            </a:lvl6pPr>
            <a:lvl7pPr>
              <a:defRPr sz="1500" b="0">
                <a:solidFill>
                  <a:srgbClr val="62615C"/>
                </a:solidFill>
                <a:latin typeface="Arial"/>
                <a:ea typeface="Arial"/>
                <a:cs typeface="Arial"/>
              </a:defRPr>
            </a:lvl7pPr>
            <a:lvl8pPr>
              <a:defRPr sz="1500" b="0">
                <a:solidFill>
                  <a:srgbClr val="62615C"/>
                </a:solidFill>
                <a:latin typeface="Arial"/>
                <a:ea typeface="Arial"/>
                <a:cs typeface="Arial"/>
              </a:defRPr>
            </a:lvl8pPr>
            <a:lvl9pPr>
              <a:defRPr sz="1500" b="0">
                <a:solidFill>
                  <a:srgbClr val="62615C"/>
                </a:solidFill>
                <a:latin typeface="Arial"/>
                <a:ea typeface="Arial"/>
                <a:cs typeface="Arial"/>
              </a:defRPr>
            </a:lvl9pPr>
          </a:lstStyle>
          <a:p xmlns:a="http://schemas.openxmlformats.org/drawingml/2006/main">
            <a:pPr>
              <a:defRPr sz="1500" b="0">
                <a:solidFill>
                  <a:srgbClr val="62615C"/>
                </a:solidFill>
                <a:latin typeface="Arial"/>
                <a:ea typeface="Arial"/>
                <a:cs typeface="Arial"/>
              </a:defRPr>
            </a:pPr>
            <a:r>
              <a:rPr sz="1500" b="0">
                <a:solidFill>
                  <a:srgbClr val="62615C"/>
                </a:solidFill>
                <a:latin typeface="Arial"/>
                <a:ea typeface="Arial"/>
                <a:cs typeface="Arial"/>
              </a:rPr>
              <a:t>La inversión y el retorno requieren validar los costos internos.</a:t>
            </a:r>
          </a:p>
        </p:txBody>
      </p:sp>
    </p:spTree>
    <p:extLst>
      <p:ext uri="{BB962C8B-B14F-4D97-AF65-F5344CB8AC3E}">
        <p14:creationId xmlns:p14="http://schemas.microsoft.com/office/powerpoint/2010/main" val="4230210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2026-10-20T22:35:15.5240000Z</dcterms:created>
  <dcterms:modified xsi:type="dcterms:W3CDTF">2026-10-20T22:35:15.5240000Z</dcterms:modified>
</coreProperties>
</file>